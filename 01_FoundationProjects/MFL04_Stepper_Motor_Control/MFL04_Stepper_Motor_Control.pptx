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561" r:id="rId3"/>
    <p:sldId id="556" r:id="rId4"/>
    <p:sldId id="552" r:id="rId5"/>
    <p:sldId id="554" r:id="rId6"/>
    <p:sldId id="55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511432-EC56-427D-A32A-0750225838C8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DA6201-8115-495C-B62A-BE4F2B820E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855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info-zas/zas-robotics-motion/tree/main/01_FoundationProjects/MFL04_Stepper_Motor_Control/MFL04_Stepper_Motor_Contro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tree/main/01_FoundationProjects/MFL04_Stepper_Motor_Control/MFL04_Stepper_Motor_Contro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MFL04)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MFL04: Stepper Motor Control with ULN2003</a:t>
            </a:r>
            <a:endParaRPr lang="en-GB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0D8C57-EDD1-E044-CF45-A3620BC92E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5AE35A-A62E-8F3F-F097-0F1C713AA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2A384-84C7-7B55-86A2-40B9CEB6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3488-3A03-97E8-CC2F-00078C44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9396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MFL04 :</a:t>
            </a:r>
            <a:b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Stepper Motor Control with ULN2003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853F4-A5AB-1390-7DDC-E2B61DD15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Things Needed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C7C0C7-C0DC-93FA-867E-FDDBDF1E9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026" y="2221578"/>
            <a:ext cx="3417779" cy="2297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CD1A54-6DD7-681A-548F-8ECD20D64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>
            <a:off x="2639551" y="4781275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761" y="4604105"/>
            <a:ext cx="2832863" cy="1949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1A5286-7014-DEE8-A80C-AB03BFFBC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582" y="4412876"/>
            <a:ext cx="2160798" cy="259318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C53E-9C7C-7C76-988C-68F857A1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D5E7C16-1C1D-463F-54CE-8B8C1486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E69B09-5F94-D984-AC4B-9E9BEB82FD8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924228-F26C-807E-B77D-38FD4ACBDA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6798" y="1538177"/>
            <a:ext cx="3696020" cy="2918713"/>
          </a:xfrm>
          <a:prstGeom prst="rect">
            <a:avLst/>
          </a:prstGeom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B3AB22A8-E40E-1FCE-361B-F685C3EDE533}"/>
              </a:ext>
            </a:extLst>
          </p:cNvPr>
          <p:cNvSpPr txBox="1"/>
          <p:nvPr/>
        </p:nvSpPr>
        <p:spPr>
          <a:xfrm>
            <a:off x="9852967" y="3595444"/>
            <a:ext cx="17214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rgbClr val="000000"/>
                </a:solidFill>
                <a:effectLst/>
                <a:latin typeface="TT Norms Pro"/>
              </a:rPr>
              <a:t> Stepper Motor Driver Board ULN2003</a:t>
            </a:r>
            <a:endParaRPr lang="en-GB" dirty="0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F928F18D-1F0D-7BE0-29AD-ACE67440771E}"/>
              </a:ext>
            </a:extLst>
          </p:cNvPr>
          <p:cNvSpPr txBox="1"/>
          <p:nvPr/>
        </p:nvSpPr>
        <p:spPr>
          <a:xfrm>
            <a:off x="6460852" y="2382611"/>
            <a:ext cx="153311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i="0" dirty="0">
                <a:solidFill>
                  <a:srgbClr val="000000"/>
                </a:solidFill>
                <a:effectLst/>
                <a:latin typeface="TT Norms Pro"/>
              </a:rPr>
              <a:t>Stepper Motor</a:t>
            </a:r>
          </a:p>
          <a:p>
            <a:r>
              <a:rPr lang="en-GB" b="1" i="0" dirty="0">
                <a:solidFill>
                  <a:srgbClr val="000000"/>
                </a:solidFill>
                <a:effectLst/>
                <a:latin typeface="TT Norms Pro"/>
              </a:rPr>
              <a:t>28BYJ-48-5V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496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660F-F4F9-3226-B643-95E6B45E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MFL04 :</a:t>
            </a:r>
            <a:b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Stepper Motor Control with ULN2003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31A512-FCFF-6FB5-6C1F-9400F10F98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7791" y="1974712"/>
            <a:ext cx="7133340" cy="4351338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9A2E7E-8DCA-C4DC-F5BA-8CD2709085FC}"/>
              </a:ext>
            </a:extLst>
          </p:cNvPr>
          <p:cNvGraphicFramePr>
            <a:graphicFrameLocks noGrp="1"/>
          </p:cNvGraphicFramePr>
          <p:nvPr/>
        </p:nvGraphicFramePr>
        <p:xfrm>
          <a:off x="8847661" y="2397781"/>
          <a:ext cx="2733368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ULN2003 Stepper Motor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AIN1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AIN2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AIN3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18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AIN4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DE4D6-7E0E-E468-C729-1426C2169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963FB-347E-B7FB-77B2-5FBE7D9E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CA40C6-8854-57B1-4A97-7ABC3D3794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99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799F-1CAE-40B2-0C67-E27BC4C4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MFL04 :</a:t>
            </a:r>
            <a:b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Stepper Motor Control with ULN2003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3EFCA-E3AB-AEA4-5037-53A1BE723E2A}"/>
              </a:ext>
            </a:extLst>
          </p:cNvPr>
          <p:cNvSpPr txBox="1"/>
          <p:nvPr/>
        </p:nvSpPr>
        <p:spPr>
          <a:xfrm>
            <a:off x="6301409" y="2545788"/>
            <a:ext cx="5158408" cy="369331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setup()</a:t>
            </a:r>
          </a:p>
          <a:p>
            <a:r>
              <a:rPr lang="en-GB" dirty="0"/>
              <a:t>    • Set stepper motor speed (RPM)</a:t>
            </a:r>
          </a:p>
          <a:p>
            <a:r>
              <a:rPr lang="en-GB" dirty="0"/>
              <a:t>    • Start serial communication</a:t>
            </a:r>
          </a:p>
          <a:p>
            <a:r>
              <a:rPr lang="en-GB" dirty="0"/>
              <a:t>    • Print "Stepper Motor Test Start" to serial monitor</a:t>
            </a:r>
          </a:p>
          <a:p>
            <a:endParaRPr lang="en-GB" dirty="0"/>
          </a:p>
          <a:p>
            <a:r>
              <a:rPr lang="en-GB" b="1" dirty="0"/>
              <a:t>loop()</a:t>
            </a:r>
          </a:p>
          <a:p>
            <a:r>
              <a:rPr lang="en-GB" dirty="0"/>
              <a:t>    • Print "Clockwise rotation"</a:t>
            </a:r>
          </a:p>
          <a:p>
            <a:r>
              <a:rPr lang="en-GB" dirty="0"/>
              <a:t>    • Rotate stepper motor one full turn clockwise</a:t>
            </a:r>
          </a:p>
          <a:p>
            <a:r>
              <a:rPr lang="en-GB" dirty="0"/>
              <a:t>    • Wait for 1 second</a:t>
            </a:r>
          </a:p>
          <a:p>
            <a:r>
              <a:rPr lang="en-GB" dirty="0"/>
              <a:t>    • Print "Counterclockwise rotation"</a:t>
            </a:r>
          </a:p>
          <a:p>
            <a:r>
              <a:rPr lang="en-GB" dirty="0"/>
              <a:t>    • Rotate stepper motor one full turn   </a:t>
            </a:r>
          </a:p>
          <a:p>
            <a:r>
              <a:rPr lang="en-GB" dirty="0"/>
              <a:t>        counterclockwise</a:t>
            </a:r>
          </a:p>
          <a:p>
            <a:r>
              <a:rPr lang="en-GB" dirty="0"/>
              <a:t>    • Wait for 1 second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1039495" y="2622462"/>
            <a:ext cx="4309253" cy="147732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https://github.com/info-zas/zas-robotics-motion/tree/main/01_FoundationProjects/MFL04_Stepper_Motor_Control/MFL04_Stepper_Motor_Control</a:t>
            </a:r>
            <a:endParaRPr lang="en-GB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5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96C04C4-666C-C412-E3C2-437056B7918E}"/>
              </a:ext>
            </a:extLst>
          </p:cNvPr>
          <p:cNvSpPr txBox="1"/>
          <p:nvPr/>
        </p:nvSpPr>
        <p:spPr>
          <a:xfrm>
            <a:off x="924232" y="22438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b="1" dirty="0"/>
              <a:t>Code for Lesson MFL04 (MFL04_Stepper_Motor_Control.ino):</a:t>
            </a:r>
          </a:p>
        </p:txBody>
      </p:sp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1A6301-5139-A2C9-34DC-AFD1C51D5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450" y="2075998"/>
            <a:ext cx="4885191" cy="47691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4F81D-A1D0-931C-A3ED-15A81A93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MFL04 :</a:t>
            </a:r>
            <a:br>
              <a:rPr lang="en-GB" b="1" dirty="0">
                <a:solidFill>
                  <a:srgbClr val="FF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Stepper Motor Control with ULN2003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941D32-DC79-29C3-A71B-16F637AB6577}"/>
              </a:ext>
            </a:extLst>
          </p:cNvPr>
          <p:cNvSpPr/>
          <p:nvPr/>
        </p:nvSpPr>
        <p:spPr>
          <a:xfrm>
            <a:off x="8567530" y="4151418"/>
            <a:ext cx="2445027" cy="141345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370124" y="2019786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same code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6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75EF04-10C3-6EE7-60AD-16FD8F6C5B1E}"/>
              </a:ext>
            </a:extLst>
          </p:cNvPr>
          <p:cNvSpPr txBox="1"/>
          <p:nvPr/>
        </p:nvSpPr>
        <p:spPr>
          <a:xfrm>
            <a:off x="564823" y="4807000"/>
            <a:ext cx="4309253" cy="1477328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https://github.com/info-zas/zas-robotics-motion/tree/main/01_FoundationProjects/MFL04_Stepper_Motor_Control/MFL04_Stepper_Motor_Control</a:t>
            </a:r>
            <a:endParaRPr lang="en-GB" dirty="0"/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3CF8FA-3733-F5E8-DC54-87AB3843101F}"/>
              </a:ext>
            </a:extLst>
          </p:cNvPr>
          <p:cNvSpPr txBox="1"/>
          <p:nvPr/>
        </p:nvSpPr>
        <p:spPr>
          <a:xfrm>
            <a:off x="449560" y="44284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b="1" dirty="0"/>
              <a:t>Code for Lesson MFL04 (MFL04_Stepper_Motor_Control.ino):</a:t>
            </a:r>
          </a:p>
        </p:txBody>
      </p:sp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291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TT Norms Pro</vt:lpstr>
      <vt:lpstr>Office Theme</vt:lpstr>
      <vt:lpstr>Motion Kit (Kit 2)</vt:lpstr>
      <vt:lpstr>Motion Kit : Contents</vt:lpstr>
      <vt:lpstr>MFL04 : Stepper Motor Control with ULN2003</vt:lpstr>
      <vt:lpstr>MFL04 : Stepper Motor Control with ULN2003</vt:lpstr>
      <vt:lpstr>MFL04 : Stepper Motor Control with ULN2003</vt:lpstr>
      <vt:lpstr>MFL04 : Stepper Motor Control with ULN2003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15</cp:revision>
  <dcterms:created xsi:type="dcterms:W3CDTF">2025-12-15T22:48:27Z</dcterms:created>
  <dcterms:modified xsi:type="dcterms:W3CDTF">2026-01-18T00:41:48Z</dcterms:modified>
</cp:coreProperties>
</file>