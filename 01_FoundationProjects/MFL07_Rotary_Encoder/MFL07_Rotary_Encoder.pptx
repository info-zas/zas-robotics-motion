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56" r:id="rId4"/>
    <p:sldId id="260" r:id="rId5"/>
    <p:sldId id="554" r:id="rId6"/>
    <p:sldId id="553" r:id="rId7"/>
    <p:sldId id="5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5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info-zas/zas-robotics-motion/tree/main/01_FoundationProjects/MFL07_Rotary_Encoder/MFL07_Rotary_Encoder_Basic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tree/main/01_FoundationProjects/MFL07_Rotary_Encoder/MFL07_Rotary_Encoder_Basic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fo-zas/zas-robotics-motion/tree/main/01_FoundationProjects/MFL07_Rotary_Encoder/MFL07_Rotary_Encoder_Rotation_Direc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MFL07)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MFL07: Rotary Encoder</a:t>
            </a:r>
          </a:p>
          <a:p>
            <a:endParaRPr lang="en-US" sz="3600" b="1" dirty="0">
              <a:solidFill>
                <a:srgbClr val="7030A0"/>
              </a:solidFill>
            </a:endParaRPr>
          </a:p>
          <a:p>
            <a:endParaRPr lang="en-GB" sz="3600" b="1" dirty="0">
              <a:solidFill>
                <a:srgbClr val="7030A0"/>
              </a:solidFill>
            </a:endParaRPr>
          </a:p>
          <a:p>
            <a:endParaRPr lang="en-GB" sz="3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3488-3A03-97E8-CC2F-00078C44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39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MFL07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Rotary Encoder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1C53E-9C7C-7C76-988C-68F857A19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D5E7C16-1C1D-463F-54CE-8B8C1486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E69B09-5F94-D984-AC4B-9E9BEB82FD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35F2E52-6384-6B1B-14F0-666329278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5123" y="1622516"/>
            <a:ext cx="6873836" cy="27967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CBF64A-202F-4216-38F3-CDFB09859282}"/>
              </a:ext>
            </a:extLst>
          </p:cNvPr>
          <p:cNvSpPr txBox="1"/>
          <p:nvPr/>
        </p:nvSpPr>
        <p:spPr>
          <a:xfrm>
            <a:off x="753244" y="5574702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https://www.youtube.com/watch?v=v4BbSzJ-hz4</a:t>
            </a:r>
          </a:p>
        </p:txBody>
      </p:sp>
      <p:pic>
        <p:nvPicPr>
          <p:cNvPr id="5" name="Picture 4" descr="A close-up of a small device&#10;&#10;AI-generated content may be incorrect.">
            <a:extLst>
              <a:ext uri="{FF2B5EF4-FFF2-40B4-BE49-F238E27FC236}">
                <a16:creationId xmlns:a16="http://schemas.microsoft.com/office/drawing/2014/main" id="{9E07A709-1844-D0AE-AA38-F75C912B1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900" y="3429350"/>
            <a:ext cx="4999153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6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MFL07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Rotary Encoder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84" y="2005320"/>
            <a:ext cx="8532223" cy="51673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4A2237-BC64-6B11-0D89-B8CAA3A7A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660" y="2005320"/>
            <a:ext cx="3460297" cy="176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75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009162-A8C6-AAA3-354C-48ACA3179781}"/>
              </a:ext>
            </a:extLst>
          </p:cNvPr>
          <p:cNvSpPr txBox="1"/>
          <p:nvPr/>
        </p:nvSpPr>
        <p:spPr>
          <a:xfrm>
            <a:off x="7031990" y="2445206"/>
            <a:ext cx="4309253" cy="1477328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https://github.com/info-zas/zas-robotics-motion/tree/main/01_FoundationProjects/MFL07_Rotary_Encoder/MFL07_Rotary_Encoder_Basic</a:t>
            </a:r>
            <a:endParaRPr lang="en-GB" dirty="0"/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742D0-3030-282B-5A3C-2DE19783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4A266-1F65-304A-A057-514285F9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5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DF16E-C74A-469D-CC6C-7B12E4AA3D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F1952A-9825-9A94-1240-15F95EA276B5}"/>
              </a:ext>
            </a:extLst>
          </p:cNvPr>
          <p:cNvSpPr txBox="1"/>
          <p:nvPr/>
        </p:nvSpPr>
        <p:spPr bwMode="auto">
          <a:xfrm>
            <a:off x="6974078" y="1750691"/>
            <a:ext cx="5599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MFL07 (MFL07_Rotary_Encoder_Basic.ino):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2F8D58-DF02-04DA-6C0C-DEF50817A6B2}"/>
              </a:ext>
            </a:extLst>
          </p:cNvPr>
          <p:cNvSpPr txBox="1"/>
          <p:nvPr/>
        </p:nvSpPr>
        <p:spPr>
          <a:xfrm>
            <a:off x="599768" y="1907862"/>
            <a:ext cx="5889522" cy="341632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Define pin names</a:t>
            </a:r>
            <a:endParaRPr lang="en-US" dirty="0"/>
          </a:p>
          <a:p>
            <a:r>
              <a:rPr lang="en-US" dirty="0"/>
              <a:t>Assign </a:t>
            </a:r>
            <a:r>
              <a:rPr lang="en-US" b="1" dirty="0"/>
              <a:t>CLK</a:t>
            </a:r>
            <a:r>
              <a:rPr lang="en-US" dirty="0"/>
              <a:t>, </a:t>
            </a:r>
            <a:r>
              <a:rPr lang="en-US" b="1" dirty="0"/>
              <a:t>DT</a:t>
            </a:r>
            <a:r>
              <a:rPr lang="en-US" dirty="0"/>
              <a:t>, and </a:t>
            </a:r>
            <a:r>
              <a:rPr lang="en-US" b="1" dirty="0"/>
              <a:t>SW</a:t>
            </a:r>
            <a:r>
              <a:rPr lang="en-US" dirty="0"/>
              <a:t> pins of the rotary encoder to Arduino pins</a:t>
            </a:r>
          </a:p>
          <a:p>
            <a:r>
              <a:rPr lang="en-US" b="1" dirty="0"/>
              <a:t>setup()</a:t>
            </a:r>
            <a:endParaRPr lang="en-US" dirty="0"/>
          </a:p>
          <a:p>
            <a:r>
              <a:rPr lang="en-US" dirty="0"/>
              <a:t>Set CLK and DT pins as input</a:t>
            </a:r>
          </a:p>
          <a:p>
            <a:r>
              <a:rPr lang="en-US" dirty="0"/>
              <a:t>Set SW pin as input with internal pull-up resistor</a:t>
            </a:r>
          </a:p>
          <a:p>
            <a:r>
              <a:rPr lang="en-US" dirty="0"/>
              <a:t>Initialize serial communication</a:t>
            </a:r>
          </a:p>
          <a:p>
            <a:r>
              <a:rPr lang="en-US" b="1" dirty="0"/>
              <a:t>loop()</a:t>
            </a:r>
            <a:endParaRPr lang="en-US" dirty="0"/>
          </a:p>
          <a:p>
            <a:r>
              <a:rPr lang="en-US" dirty="0"/>
              <a:t>Read the state of CLK, DT, and SW pins</a:t>
            </a:r>
          </a:p>
          <a:p>
            <a:r>
              <a:rPr lang="en-US" dirty="0"/>
              <a:t>Display the pin states on the Serial Monitor</a:t>
            </a:r>
          </a:p>
          <a:p>
            <a:r>
              <a:rPr lang="en-US" dirty="0"/>
              <a:t>Update readings continuously</a:t>
            </a:r>
          </a:p>
          <a:p>
            <a:pPr>
              <a:buNone/>
            </a:pP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5A1F5F-8F61-E6E2-D55B-B795ECA9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MFL07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Rotary Encoder - Basic Mode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0718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606099" y="1542997"/>
            <a:ext cx="5684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code in the motion creative 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6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91C2BF-6BA2-9458-3577-3127D8611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948" y="1449471"/>
            <a:ext cx="5470956" cy="53273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B941D32-DC79-29C3-A71B-16F637AB6577}"/>
              </a:ext>
            </a:extLst>
          </p:cNvPr>
          <p:cNvSpPr/>
          <p:nvPr/>
        </p:nvSpPr>
        <p:spPr>
          <a:xfrm>
            <a:off x="7269080" y="2313775"/>
            <a:ext cx="1207871" cy="84909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ADCA91-4979-7967-74B1-C8285AA4D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34" y="381128"/>
            <a:ext cx="111939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MFL07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Rotary Encoder - Basic Mode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50A332-3500-C417-B15A-F30E81246456}"/>
              </a:ext>
            </a:extLst>
          </p:cNvPr>
          <p:cNvSpPr txBox="1"/>
          <p:nvPr/>
        </p:nvSpPr>
        <p:spPr>
          <a:xfrm>
            <a:off x="748217" y="2847078"/>
            <a:ext cx="4309253" cy="1477328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https://github.com/info-zas/zas-robotics-motion/tree/main/01_FoundationProjects/MFL07_Rotary_Encoder/MFL07_Rotary_Encoder_Basic</a:t>
            </a:r>
            <a:endParaRPr lang="en-GB" dirty="0"/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734203-4EB8-4BBE-6F25-819306B55045}"/>
              </a:ext>
            </a:extLst>
          </p:cNvPr>
          <p:cNvSpPr txBox="1"/>
          <p:nvPr/>
        </p:nvSpPr>
        <p:spPr bwMode="auto">
          <a:xfrm>
            <a:off x="690305" y="2152563"/>
            <a:ext cx="5599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MFL07 (MFL07_Rotary_Encoder_Basic.ino):</a:t>
            </a:r>
          </a:p>
        </p:txBody>
      </p:sp>
    </p:spTree>
    <p:extLst>
      <p:ext uri="{BB962C8B-B14F-4D97-AF65-F5344CB8AC3E}">
        <p14:creationId xmlns:p14="http://schemas.microsoft.com/office/powerpoint/2010/main" val="3149508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48A8-0188-8BE5-30ED-424C7EA5B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MFL07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Rotary Encoder – Rotation Direction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653703-32F6-FE53-9CF4-FE6704AD85DC}"/>
              </a:ext>
            </a:extLst>
          </p:cNvPr>
          <p:cNvSpPr txBox="1"/>
          <p:nvPr/>
        </p:nvSpPr>
        <p:spPr>
          <a:xfrm>
            <a:off x="917163" y="2526085"/>
            <a:ext cx="4758179" cy="397031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Define pin names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Assign CLK, DT, and SW pins of the rotary encoder</a:t>
            </a:r>
          </a:p>
          <a:p>
            <a:pPr>
              <a:buNone/>
            </a:pPr>
            <a:r>
              <a:rPr lang="en-GB" b="1" dirty="0"/>
              <a:t>setup()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Set encoder pins as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pull-up resistor for switch pin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Initialize serial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initial CLK state</a:t>
            </a:r>
          </a:p>
          <a:p>
            <a:pPr>
              <a:buNone/>
            </a:pPr>
            <a:r>
              <a:rPr lang="en-GB" b="1" dirty="0"/>
              <a:t>loop()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Monitor CLK pin for change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DT pin to determine rotation direction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Increase counter for clockwise rotation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Decrease counter for anticlockwise rotation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Display direction and position on Serial Monitor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F6577D-A818-3F0B-DCA4-5D1C2CA671C2}"/>
              </a:ext>
            </a:extLst>
          </p:cNvPr>
          <p:cNvSpPr txBox="1"/>
          <p:nvPr/>
        </p:nvSpPr>
        <p:spPr bwMode="auto">
          <a:xfrm>
            <a:off x="6348641" y="1879754"/>
            <a:ext cx="5178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MFL07 (</a:t>
            </a:r>
            <a:r>
              <a:rPr lang="en-US" b="1" dirty="0"/>
              <a:t>MFL07_Rotary_Encoder_Rotation_Direction</a:t>
            </a:r>
            <a:r>
              <a:rPr lang="en-GB" b="1" dirty="0"/>
              <a:t>.ino):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4B681-BC32-ACD9-F1FB-CEBC1E36C18B}"/>
              </a:ext>
            </a:extLst>
          </p:cNvPr>
          <p:cNvSpPr txBox="1"/>
          <p:nvPr/>
        </p:nvSpPr>
        <p:spPr>
          <a:xfrm>
            <a:off x="5985610" y="2554844"/>
            <a:ext cx="6096000" cy="120032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https://github.com/info-zas/zas-robotics-motion/tree/main/01_FoundationProjects/MFL07_Rotary_Encoder/MFL07_Rotary_Encoder_Rotation_Direction</a:t>
            </a:r>
            <a:endParaRPr lang="en-GB" dirty="0"/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8810F-5165-3ED4-FDDA-25CC953A172C}"/>
              </a:ext>
            </a:extLst>
          </p:cNvPr>
          <p:cNvSpPr txBox="1"/>
          <p:nvPr/>
        </p:nvSpPr>
        <p:spPr>
          <a:xfrm>
            <a:off x="838200" y="1614934"/>
            <a:ext cx="5684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code in the motion creative board</a:t>
            </a:r>
          </a:p>
        </p:txBody>
      </p:sp>
    </p:spTree>
    <p:extLst>
      <p:ext uri="{BB962C8B-B14F-4D97-AF65-F5344CB8AC3E}">
        <p14:creationId xmlns:p14="http://schemas.microsoft.com/office/powerpoint/2010/main" val="3050327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369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MFL07 : Rotary Encoder</vt:lpstr>
      <vt:lpstr>MFL07 : Rotary Encoder</vt:lpstr>
      <vt:lpstr>MFL07 : Rotary Encoder - Basic Mode</vt:lpstr>
      <vt:lpstr>MFL07 : Rotary Encoder - Basic Mode</vt:lpstr>
      <vt:lpstr>MFL07 : Rotary Encoder – Rotation Direction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43</cp:revision>
  <dcterms:created xsi:type="dcterms:W3CDTF">2025-12-15T22:48:27Z</dcterms:created>
  <dcterms:modified xsi:type="dcterms:W3CDTF">2026-01-18T00:38:14Z</dcterms:modified>
</cp:coreProperties>
</file>