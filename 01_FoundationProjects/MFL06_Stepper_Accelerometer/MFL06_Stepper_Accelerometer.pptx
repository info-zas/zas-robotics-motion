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554" r:id="rId5"/>
    <p:sldId id="55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tree/main/01_FoundationProjects/MFL06_Stepper_Accelerometer/MFL06_Stepper_Acceleromet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06_Stepper_Accelerometer/MFL06_Stepper_Accelerome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1212" y="3641367"/>
            <a:ext cx="9832258" cy="1655762"/>
          </a:xfrm>
        </p:spPr>
        <p:txBody>
          <a:bodyPr>
            <a:normAutofit fontScale="77500" lnSpcReduction="2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MFL06)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MFL06: Stepper Motor Control with Accelerometer MPU6050</a:t>
            </a:r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MFL06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Accelerometer MPU6050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698" y="2076725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761" y="4604105"/>
            <a:ext cx="2832863" cy="1949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24" y="2544747"/>
            <a:ext cx="2160798" cy="25931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95DFFD-7192-AA42-176A-8F9F2CDDAB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4288" y="2076725"/>
            <a:ext cx="1154912" cy="1599589"/>
          </a:xfrm>
          <a:prstGeom prst="rect">
            <a:avLst/>
          </a:prstGeom>
        </p:spPr>
      </p:pic>
      <p:pic>
        <p:nvPicPr>
          <p:cNvPr id="13" name="Picture 12" descr="A small motor with wires&#10;&#10;AI-generated content may be incorrect.">
            <a:extLst>
              <a:ext uri="{FF2B5EF4-FFF2-40B4-BE49-F238E27FC236}">
                <a16:creationId xmlns:a16="http://schemas.microsoft.com/office/drawing/2014/main" id="{21360582-137C-436C-5360-40C9B561FD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0975" y="1916184"/>
            <a:ext cx="2209992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7031990" y="2445206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https://github.com/info-zas/zas-robotics-motion/tree/main/01_FoundationProjects/MFL06_Stepper_Accelerometer/MFL06_Stepper_Accelerometer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6943591" y="1780401"/>
            <a:ext cx="5599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MFL06 (MFL06_Stepper_Accelerometer.ino):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11EEBBC-9275-6091-2F9B-01A50860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MFL06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Accelerometer MPU6050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F8D58-DF02-04DA-6C0C-DEF50817A6B2}"/>
              </a:ext>
            </a:extLst>
          </p:cNvPr>
          <p:cNvSpPr txBox="1"/>
          <p:nvPr/>
        </p:nvSpPr>
        <p:spPr>
          <a:xfrm>
            <a:off x="599768" y="1907862"/>
            <a:ext cx="5889522" cy="424731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Include required libraries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Wire library for I2C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MPU6050 sensor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Stepper motor library</a:t>
            </a:r>
          </a:p>
          <a:p>
            <a:pPr>
              <a:buNone/>
            </a:pPr>
            <a:r>
              <a:rPr lang="en-GB" b="1" dirty="0"/>
              <a:t>setup()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serial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I2C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MPU6050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 stepper motor speed</a:t>
            </a:r>
          </a:p>
          <a:p>
            <a:pPr>
              <a:buNone/>
            </a:pPr>
            <a:r>
              <a:rPr lang="en-GB" b="1" dirty="0"/>
              <a:t>loop()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accelerometer X-axis value from MPU6050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Rotate stepper motor clockwise when X value is positive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Rotate stepper motor anticlockwise when X value is negative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Stop motor when the sensor is in neutral 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Repeat continuously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same code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7796981" y="5714665"/>
            <a:ext cx="1207871" cy="84909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MFL06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Accelerometer MPU6050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3CDE97-84C3-1876-82AC-C63AC20F50A3}"/>
              </a:ext>
            </a:extLst>
          </p:cNvPr>
          <p:cNvSpPr/>
          <p:nvPr/>
        </p:nvSpPr>
        <p:spPr>
          <a:xfrm>
            <a:off x="9640530" y="3241012"/>
            <a:ext cx="2072414" cy="194494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4A88A-97C5-074B-475C-4157E856EDC3}"/>
              </a:ext>
            </a:extLst>
          </p:cNvPr>
          <p:cNvSpPr txBox="1"/>
          <p:nvPr/>
        </p:nvSpPr>
        <p:spPr>
          <a:xfrm>
            <a:off x="597528" y="5052632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https://github.com/info-zas/zas-robotics-motion/tree/main/01_FoundationProjects/MFL06_Stepper_Accelerometer/MFL06_Stepper_Accelerometer</a:t>
            </a:r>
            <a:endParaRPr lang="en-GB" dirty="0"/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20546-56E0-3C50-7A2F-9140500A86EC}"/>
              </a:ext>
            </a:extLst>
          </p:cNvPr>
          <p:cNvSpPr txBox="1"/>
          <p:nvPr/>
        </p:nvSpPr>
        <p:spPr bwMode="auto">
          <a:xfrm>
            <a:off x="509129" y="4387827"/>
            <a:ext cx="5599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MFL06 (MFL06_Stepper_Accelerometer.ino):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232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MFL06 : Stepper Motor Control with Accelerometer MPU6050</vt:lpstr>
      <vt:lpstr>MFL06 : Stepper Motor Control with Accelerometer MPU6050</vt:lpstr>
      <vt:lpstr>MFL06 : Stepper Motor Control with Accelerometer MPU6050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33</cp:revision>
  <dcterms:created xsi:type="dcterms:W3CDTF">2025-12-15T22:48:27Z</dcterms:created>
  <dcterms:modified xsi:type="dcterms:W3CDTF">2026-01-18T00:39:25Z</dcterms:modified>
</cp:coreProperties>
</file>