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561" r:id="rId3"/>
    <p:sldId id="563" r:id="rId4"/>
    <p:sldId id="565" r:id="rId5"/>
    <p:sldId id="553" r:id="rId6"/>
    <p:sldId id="5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21" autoAdjust="0"/>
    <p:restoredTop sz="94660"/>
  </p:normalViewPr>
  <p:slideViewPr>
    <p:cSldViewPr snapToGrid="0">
      <p:cViewPr varScale="1">
        <p:scale>
          <a:sx n="78" d="100"/>
          <a:sy n="78" d="100"/>
        </p:scale>
        <p:origin x="58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zas-robotics-motion/tree/main/01_FoundationProjects/MFL10_Enocder_Motor_Target_Ticks/MFL10_Enocder_Motor_Target_Tick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tree/main/01_FoundationProjects/MFL10_Enocder_Motor_Target_Ticks/MFL10_Enocder_Motor_Target_Ticks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zas-robotics-motion/tree/main/01_FoundationProjects/MFL10_Enocder_Motor_Target_Ticks/MFL10_Enocder_Motor_RP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MFL10)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MFL10: Target Ticks and RPM Calculator of Encoder Motors</a:t>
            </a:r>
            <a:endParaRPr lang="en-GB" sz="3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437B-9B56-87D4-CB28-02E745FB8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MFL10 :  Target Ticks with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15ECC-B988-183B-0F8E-D2D210E73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TB6612, same motor driver as DC motor</a:t>
            </a:r>
          </a:p>
          <a:p>
            <a:r>
              <a:rPr lang="en-US" dirty="0"/>
              <a:t>DC motor → no feedback</a:t>
            </a:r>
          </a:p>
          <a:p>
            <a:r>
              <a:rPr lang="en-US" dirty="0"/>
              <a:t>Encoder motor → live pulses + direction</a:t>
            </a:r>
          </a:p>
          <a:p>
            <a:endParaRPr lang="en-GB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EAE4043A-DEEE-C1AC-F2B7-A7EF7633C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65023"/>
            <a:ext cx="6187976" cy="3375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60DB46-B1B7-51ED-117F-9B1F2624A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549129" y="1843770"/>
            <a:ext cx="2408129" cy="2842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AA71BB-BB94-9F50-BFCD-78BB2E18A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5237" y="4952999"/>
            <a:ext cx="1110831" cy="109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6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B943F-95A7-1AE3-4E40-CD335966A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MFL10 :  Target Ticks with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F942-3D33-C5F6-08D9-47F0BFC2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“Encoders turn motion into data, and data into control.”</a:t>
            </a:r>
            <a:endParaRPr lang="en-GB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2A7565-0F15-9794-1BE0-E7999BC14B80}"/>
              </a:ext>
            </a:extLst>
          </p:cNvPr>
          <p:cNvSpPr txBox="1"/>
          <p:nvPr/>
        </p:nvSpPr>
        <p:spPr>
          <a:xfrm>
            <a:off x="838200" y="2278023"/>
            <a:ext cx="4465320" cy="427809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Include required libraries</a:t>
            </a:r>
            <a:endParaRPr lang="en-GB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Wire library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OLED display libraries</a:t>
            </a:r>
          </a:p>
          <a:p>
            <a:pPr>
              <a:buNone/>
            </a:pPr>
            <a:r>
              <a:rPr lang="en-GB" sz="1600" b="1" dirty="0"/>
              <a:t>setup()</a:t>
            </a:r>
            <a:endParaRPr lang="en-GB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Initialize encoder pins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Initialize motor driver pins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Initialize Serial and OLED display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Start motor in clockwise direction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Attach interrupt for encoder pulses</a:t>
            </a:r>
          </a:p>
          <a:p>
            <a:pPr>
              <a:buNone/>
            </a:pPr>
            <a:r>
              <a:rPr lang="en-GB" sz="1600" b="1" dirty="0"/>
              <a:t>loop()</a:t>
            </a:r>
            <a:endParaRPr lang="en-GB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Read and display current encoder position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Compare position with target value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Stop motor when target is reached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Display position and target on OLED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Repeat until motor stops</a:t>
            </a:r>
          </a:p>
          <a:p>
            <a:pPr>
              <a:buNone/>
            </a:pPr>
            <a:r>
              <a:rPr lang="en-GB" sz="1600" b="1" dirty="0"/>
              <a:t>Interrupt routine</a:t>
            </a:r>
            <a:endParaRPr lang="en-GB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Update net position using DIR pin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59E6D2-43F6-3252-E251-B60D1EF85795}"/>
              </a:ext>
            </a:extLst>
          </p:cNvPr>
          <p:cNvSpPr txBox="1"/>
          <p:nvPr/>
        </p:nvSpPr>
        <p:spPr bwMode="auto">
          <a:xfrm>
            <a:off x="5814822" y="2373959"/>
            <a:ext cx="4465319" cy="203132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MFL10 (MFL10_Enocder_Motor_Target_Ticks.ino):</a:t>
            </a:r>
          </a:p>
          <a:p>
            <a:pPr>
              <a:defRPr/>
            </a:pPr>
            <a:r>
              <a:rPr lang="en-GB" b="1" dirty="0">
                <a:hlinkClick r:id="rId2"/>
              </a:rPr>
              <a:t>https://github.com/info-zas/zas-robotics-motion/tree/main/01_FoundationProjects/MFL10_Enocder_Motor_Target_Ticks/MFL10_Enocder_Motor_Target_Ticks</a:t>
            </a:r>
            <a:endParaRPr lang="en-GB" b="1" dirty="0"/>
          </a:p>
          <a:p>
            <a:pPr>
              <a:defRPr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273899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code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5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91C2BF-6BA2-9458-3577-3127D86117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948" y="1449471"/>
            <a:ext cx="5470956" cy="532734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7ADCA91-4979-7967-74B1-C8285AA4D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34" y="381128"/>
            <a:ext cx="11193966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MFL10 :  Target Ticks with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EAB6B6-661C-6608-6FE6-3A77CD5EE920}"/>
              </a:ext>
            </a:extLst>
          </p:cNvPr>
          <p:cNvSpPr/>
          <p:nvPr/>
        </p:nvSpPr>
        <p:spPr>
          <a:xfrm>
            <a:off x="7241128" y="1706691"/>
            <a:ext cx="2285416" cy="2137722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B78613-60D0-933E-0D78-D66839DDD23C}"/>
              </a:ext>
            </a:extLst>
          </p:cNvPr>
          <p:cNvSpPr/>
          <p:nvPr/>
        </p:nvSpPr>
        <p:spPr>
          <a:xfrm>
            <a:off x="7241128" y="3860538"/>
            <a:ext cx="1081548" cy="957072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E8D9EB-24B5-7334-8281-68DC667483E6}"/>
              </a:ext>
            </a:extLst>
          </p:cNvPr>
          <p:cNvSpPr txBox="1"/>
          <p:nvPr/>
        </p:nvSpPr>
        <p:spPr bwMode="auto">
          <a:xfrm>
            <a:off x="693234" y="2313246"/>
            <a:ext cx="4465319" cy="203132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MFL10 (MFL10_Enocder_Motor_Target_Ticks.ino):</a:t>
            </a:r>
          </a:p>
          <a:p>
            <a:pPr>
              <a:defRPr/>
            </a:pPr>
            <a:r>
              <a:rPr lang="en-GB" b="1" dirty="0">
                <a:hlinkClick r:id="rId4"/>
              </a:rPr>
              <a:t>https://github.com/info-zas/zas-robotics-motion/tree/main/01_FoundationProjects/MFL10_Enocder_Motor_Target_Ticks/MFL10_Enocder_Motor_Target_Ticks</a:t>
            </a:r>
            <a:endParaRPr lang="en-GB" b="1" dirty="0"/>
          </a:p>
          <a:p>
            <a:pPr>
              <a:defRPr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1E8D9-0949-373E-255B-5D61E2A4D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MFL10 :  Encoder Motor (RPM) Speed Measurement 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FA86D-BF7C-97EA-8D52-068D5CE7FCEA}"/>
              </a:ext>
            </a:extLst>
          </p:cNvPr>
          <p:cNvSpPr txBox="1"/>
          <p:nvPr/>
        </p:nvSpPr>
        <p:spPr>
          <a:xfrm>
            <a:off x="6299200" y="1799441"/>
            <a:ext cx="4978400" cy="3970318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Encoder Speed Measurement (RPM) with OLED</a:t>
            </a:r>
          </a:p>
          <a:p>
            <a:pPr>
              <a:buNone/>
            </a:pPr>
            <a:r>
              <a:rPr lang="en-GB" b="1" dirty="0"/>
              <a:t>setup()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Initialize encoder pins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Initialize Serial communication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Initialize OLED display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Attach interrupt to encoder INT pin</a:t>
            </a:r>
          </a:p>
          <a:p>
            <a:pPr>
              <a:buNone/>
            </a:pPr>
            <a:r>
              <a:rPr lang="en-GB" b="1" dirty="0"/>
              <a:t>loop()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Count encoder pulses for 1 second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Calculate RPM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Display RPM and direction on Serial Monitor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Display RPM and direction on OLED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Repeat continuously</a:t>
            </a:r>
          </a:p>
          <a:p>
            <a:pPr>
              <a:buNone/>
            </a:pPr>
            <a:r>
              <a:rPr lang="en-GB" b="1" dirty="0"/>
              <a:t>interrupt routine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Increment pulse count on every encoder pulse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C280CE-479C-D780-A830-6214862ED5DE}"/>
              </a:ext>
            </a:extLst>
          </p:cNvPr>
          <p:cNvSpPr txBox="1"/>
          <p:nvPr/>
        </p:nvSpPr>
        <p:spPr bwMode="auto">
          <a:xfrm>
            <a:off x="838200" y="4346879"/>
            <a:ext cx="4355337" cy="203132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MFL10 (MFL10_Enocder_Motor_RPM.ino):</a:t>
            </a:r>
          </a:p>
          <a:p>
            <a:pPr>
              <a:defRPr/>
            </a:pPr>
            <a:r>
              <a:rPr lang="en-GB" b="1" dirty="0">
                <a:hlinkClick r:id="rId2"/>
              </a:rPr>
              <a:t>https://github.com/info-zas/zas-robotics-motion/tree/main/01_FoundationProjects/MFL10_Enocder_Motor_Target_Ticks/MFL10_Enocder_Motor_RPM</a:t>
            </a:r>
            <a:endParaRPr lang="en-GB" b="1" dirty="0"/>
          </a:p>
          <a:p>
            <a:pPr>
              <a:defRPr/>
            </a:pP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42D98-BCA1-926D-FFBE-53E5BEDBF2EB}"/>
              </a:ext>
            </a:extLst>
          </p:cNvPr>
          <p:cNvSpPr txBox="1"/>
          <p:nvPr/>
        </p:nvSpPr>
        <p:spPr>
          <a:xfrm>
            <a:off x="914400" y="1799441"/>
            <a:ext cx="4795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PPR (Pulses Per Revolution)</a:t>
            </a:r>
            <a:r>
              <a:rPr lang="en-US" dirty="0"/>
              <a:t> of N20 motor in the kit is 7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RPM = (Pulses per second × 60) ÷ Pulses per revolution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7123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425</Words>
  <Application>Microsoft Office PowerPoint</Application>
  <PresentationFormat>Widescreen</PresentationFormat>
  <Paragraphs>61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MFL10 :  Target Ticks with Encoder Motor</vt:lpstr>
      <vt:lpstr>MFL10 :  Target Ticks with Encoder Motor</vt:lpstr>
      <vt:lpstr>MFL10 :  Target Ticks with Encoder Motor</vt:lpstr>
      <vt:lpstr>MFL10 :  Encoder Motor (RPM) Speed Measurement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53</cp:revision>
  <dcterms:created xsi:type="dcterms:W3CDTF">2025-12-15T22:48:27Z</dcterms:created>
  <dcterms:modified xsi:type="dcterms:W3CDTF">2026-01-18T00:52:45Z</dcterms:modified>
</cp:coreProperties>
</file>