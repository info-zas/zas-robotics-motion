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6" r:id="rId4"/>
    <p:sldId id="554" r:id="rId5"/>
    <p:sldId id="55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5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blob/main/01_FoundationProjects/MFL08/MFL08/MFL08.ino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08/MFL08/MFL08.i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MFL08)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MFL08: Servo Motor Control with Rotary Encoder</a:t>
            </a:r>
            <a:endParaRPr lang="en-GB" sz="3600" b="1" dirty="0">
              <a:solidFill>
                <a:srgbClr val="7030A0"/>
              </a:solidFill>
            </a:endParaRPr>
          </a:p>
          <a:p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MFL08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Servo Motor Control with Rotary Encoder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35F2E52-6384-6B1B-14F0-666329278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3949" y="2203052"/>
            <a:ext cx="6873836" cy="27967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CBF64A-202F-4216-38F3-CDFB09859282}"/>
              </a:ext>
            </a:extLst>
          </p:cNvPr>
          <p:cNvSpPr txBox="1"/>
          <p:nvPr/>
        </p:nvSpPr>
        <p:spPr>
          <a:xfrm>
            <a:off x="2296322" y="532889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https://www.youtube.com/watch?v=v4BbSzJ-hz4</a:t>
            </a:r>
          </a:p>
        </p:txBody>
      </p:sp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7031990" y="2445206"/>
            <a:ext cx="4309253" cy="120032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https://github.com/info-zas/zas-robotics-motion/blob/main/01_FoundationProjects/MFL08/MFL08/MFL08.ino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1952A-9825-9A94-1240-15F95EA276B5}"/>
              </a:ext>
            </a:extLst>
          </p:cNvPr>
          <p:cNvSpPr txBox="1"/>
          <p:nvPr/>
        </p:nvSpPr>
        <p:spPr bwMode="auto">
          <a:xfrm>
            <a:off x="6943591" y="1938100"/>
            <a:ext cx="4157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MFL08 (MFL08.ino):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A1F5F-8F61-E6E2-D55B-B795ECA9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501285" cy="1325563"/>
          </a:xfrm>
        </p:spPr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MFL08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Servo Motor Control with Rotary Encoder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DD15F1-EA08-2D3C-968B-4A9FB9C7038A}"/>
              </a:ext>
            </a:extLst>
          </p:cNvPr>
          <p:cNvSpPr txBox="1"/>
          <p:nvPr/>
        </p:nvSpPr>
        <p:spPr>
          <a:xfrm>
            <a:off x="1017104" y="1348800"/>
            <a:ext cx="4758179" cy="55092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600" b="1" dirty="0"/>
              <a:t>Include required libraries</a:t>
            </a:r>
            <a:endParaRPr lang="en-GB" sz="1600" dirty="0"/>
          </a:p>
          <a:p>
            <a:r>
              <a:rPr lang="en-GB" sz="1600" dirty="0"/>
              <a:t>Servo library</a:t>
            </a:r>
          </a:p>
          <a:p>
            <a:r>
              <a:rPr lang="en-GB" sz="1600" b="1" dirty="0"/>
              <a:t>Define pin connections</a:t>
            </a:r>
            <a:endParaRPr lang="en-GB" sz="1600" dirty="0"/>
          </a:p>
          <a:p>
            <a:r>
              <a:rPr lang="en-GB" sz="1600" dirty="0"/>
              <a:t>CLK → pin 2</a:t>
            </a:r>
          </a:p>
          <a:p>
            <a:r>
              <a:rPr lang="en-GB" sz="1600" dirty="0"/>
              <a:t>DT → pin A3</a:t>
            </a:r>
          </a:p>
          <a:p>
            <a:r>
              <a:rPr lang="en-GB" sz="1600" dirty="0"/>
              <a:t>SW → pin A2</a:t>
            </a:r>
          </a:p>
          <a:p>
            <a:r>
              <a:rPr lang="en-GB" sz="1600" dirty="0"/>
              <a:t>Servo signal → pin 11</a:t>
            </a:r>
          </a:p>
          <a:p>
            <a:r>
              <a:rPr lang="en-GB" sz="1600" b="1" dirty="0"/>
              <a:t>setup()</a:t>
            </a:r>
            <a:endParaRPr lang="en-GB" sz="1600" dirty="0"/>
          </a:p>
          <a:p>
            <a:r>
              <a:rPr lang="en-GB" sz="1600" dirty="0"/>
              <a:t>Set encoder pins as input</a:t>
            </a:r>
          </a:p>
          <a:p>
            <a:r>
              <a:rPr lang="en-GB" sz="1600" dirty="0"/>
              <a:t>Enable pull-up for switch pin</a:t>
            </a:r>
          </a:p>
          <a:p>
            <a:r>
              <a:rPr lang="en-GB" sz="1600" dirty="0"/>
              <a:t>Initialize serial communication</a:t>
            </a:r>
          </a:p>
          <a:p>
            <a:r>
              <a:rPr lang="en-GB" sz="1600" dirty="0"/>
              <a:t>Attach servo motor to pin 11</a:t>
            </a:r>
          </a:p>
          <a:p>
            <a:r>
              <a:rPr lang="en-GB" sz="1600" dirty="0"/>
              <a:t>Set initial servo position</a:t>
            </a:r>
          </a:p>
          <a:p>
            <a:r>
              <a:rPr lang="en-GB" sz="1600" b="1" dirty="0"/>
              <a:t>loop()</a:t>
            </a:r>
            <a:endParaRPr lang="en-GB" sz="1600" dirty="0"/>
          </a:p>
          <a:p>
            <a:r>
              <a:rPr lang="en-GB" sz="1600" dirty="0"/>
              <a:t>Detect rotary encoder movement</a:t>
            </a:r>
          </a:p>
          <a:p>
            <a:r>
              <a:rPr lang="en-GB" sz="1600" dirty="0"/>
              <a:t>Rotate servo clockwise or anticlockwise based on encoder direction</a:t>
            </a:r>
          </a:p>
          <a:p>
            <a:r>
              <a:rPr lang="en-GB" sz="1600" dirty="0"/>
              <a:t>Increase or decrease servo angle in steps</a:t>
            </a:r>
          </a:p>
          <a:p>
            <a:r>
              <a:rPr lang="en-GB" sz="1600" dirty="0"/>
              <a:t>Limit servo angle between 0 and 180 degrees</a:t>
            </a:r>
          </a:p>
          <a:p>
            <a:r>
              <a:rPr lang="en-GB" sz="1600" dirty="0"/>
              <a:t>Display encoder position and servo angle on Serial Monitor</a:t>
            </a:r>
          </a:p>
          <a:p>
            <a:r>
              <a:rPr lang="en-GB" sz="1600" dirty="0"/>
              <a:t>Repeat continuously</a:t>
            </a:r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(MFL08.ino)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8" y="1449471"/>
            <a:ext cx="5470956" cy="53273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7269080" y="2313775"/>
            <a:ext cx="1207871" cy="84909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ADCA91-4979-7967-74B1-C8285AA4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MFL08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Servo Motor Control with Rotary Encoder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EAB6B6-661C-6608-6FE6-3A77CD5EE920}"/>
              </a:ext>
            </a:extLst>
          </p:cNvPr>
          <p:cNvSpPr/>
          <p:nvPr/>
        </p:nvSpPr>
        <p:spPr>
          <a:xfrm>
            <a:off x="9178083" y="2087817"/>
            <a:ext cx="2285416" cy="1877895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1AB29-4295-A0E9-1C50-1689A41787AB}"/>
              </a:ext>
            </a:extLst>
          </p:cNvPr>
          <p:cNvSpPr txBox="1"/>
          <p:nvPr/>
        </p:nvSpPr>
        <p:spPr>
          <a:xfrm>
            <a:off x="781633" y="4765618"/>
            <a:ext cx="4309253" cy="120032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https://github.com/info-zas/zas-robotics-motion/blob/main/01_FoundationProjects/MFL08/MFL08/MFL08.ino</a:t>
            </a:r>
            <a:endParaRPr lang="en-GB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879C4-DD3D-22CE-DF88-5735CF7FCB6E}"/>
              </a:ext>
            </a:extLst>
          </p:cNvPr>
          <p:cNvSpPr txBox="1"/>
          <p:nvPr/>
        </p:nvSpPr>
        <p:spPr bwMode="auto">
          <a:xfrm>
            <a:off x="693234" y="4258512"/>
            <a:ext cx="4157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MFL08 (MFL08.ino):</a:t>
            </a:r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253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MFL08 : Servo Motor Control with Rotary Encoder</vt:lpstr>
      <vt:lpstr>MFL08 : Servo Motor Control with Rotary Encoder</vt:lpstr>
      <vt:lpstr>MFL08 : Servo Motor Control with Rotary Encoder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37</cp:revision>
  <dcterms:created xsi:type="dcterms:W3CDTF">2025-12-15T22:48:27Z</dcterms:created>
  <dcterms:modified xsi:type="dcterms:W3CDTF">2025-12-26T19:27:50Z</dcterms:modified>
</cp:coreProperties>
</file>