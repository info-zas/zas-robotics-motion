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49" r:id="rId5"/>
    <p:sldId id="534" r:id="rId6"/>
    <p:sldId id="5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1_FoundationProjects/MFL03/MFL03/MFL03.ino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3/MFL03/MFL03.in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1_FoundationProjects/MFL03/MFL03_a/MFL03_a.ino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MFL03)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MFL03: DC Motor Speed Control Using TB6612</a:t>
            </a:r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675" y="4001294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121D7-796F-D973-14EC-4A4E56A02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066" y="1953189"/>
            <a:ext cx="1632291" cy="1606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1C4A1-7C72-B183-EED1-B30FBF4E3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299669" y="1307352"/>
            <a:ext cx="2408129" cy="28425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CBADE6A-754D-BE0A-E221-B696DF586711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Speed Control DC Motor with TB6612 Motor Driver</a:t>
            </a:r>
          </a:p>
        </p:txBody>
      </p:sp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/>
          <p:nvPr/>
        </p:nvSpPr>
        <p:spPr>
          <a:xfrm>
            <a:off x="834538" y="1616343"/>
            <a:ext cx="48851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code (ML03.ino) in the motion </a:t>
            </a:r>
          </a:p>
          <a:p>
            <a:r>
              <a:rPr lang="en-GB" sz="2000" b="1" dirty="0"/>
              <a:t>creative 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3F6E-A3BD-70C9-C3C6-7380A4944A38}"/>
              </a:ext>
            </a:extLst>
          </p:cNvPr>
          <p:cNvSpPr txBox="1"/>
          <p:nvPr/>
        </p:nvSpPr>
        <p:spPr>
          <a:xfrm>
            <a:off x="857969" y="2324229"/>
            <a:ext cx="4582768" cy="3108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sz="1400" dirty="0"/>
              <a:t>setup()</a:t>
            </a:r>
          </a:p>
          <a:p>
            <a:r>
              <a:rPr lang="en-GB" sz="1400" dirty="0"/>
              <a:t>    • Set motor driver pins as OUTPUT</a:t>
            </a:r>
          </a:p>
          <a:p>
            <a:r>
              <a:rPr lang="en-GB" sz="1400" dirty="0"/>
              <a:t>      (PWM pin, Direction pin 1, Direction pin 2)</a:t>
            </a:r>
          </a:p>
          <a:p>
            <a:endParaRPr lang="en-GB" sz="1400" dirty="0"/>
          </a:p>
          <a:p>
            <a:r>
              <a:rPr lang="en-GB" sz="1400" dirty="0"/>
              <a:t>loop()</a:t>
            </a:r>
          </a:p>
          <a:p>
            <a:r>
              <a:rPr lang="en-GB" sz="1400" dirty="0"/>
              <a:t>    • Set motor speed (0–255)</a:t>
            </a:r>
          </a:p>
          <a:p>
            <a:r>
              <a:rPr lang="en-GB" sz="1400" dirty="0"/>
              <a:t>    • Run motor forward for 1 second</a:t>
            </a:r>
          </a:p>
          <a:p>
            <a:r>
              <a:rPr lang="en-GB" sz="1400" dirty="0"/>
              <a:t>    • Run motor backward for 1 second</a:t>
            </a:r>
          </a:p>
          <a:p>
            <a:endParaRPr lang="en-GB" sz="1400" dirty="0"/>
          </a:p>
          <a:p>
            <a:r>
              <a:rPr lang="en-GB" sz="1400" dirty="0"/>
              <a:t>forward()</a:t>
            </a:r>
          </a:p>
          <a:p>
            <a:r>
              <a:rPr lang="en-GB" sz="1400" dirty="0"/>
              <a:t>    • Set direction pins for forward motion</a:t>
            </a:r>
          </a:p>
          <a:p>
            <a:endParaRPr lang="en-GB" sz="1400" dirty="0"/>
          </a:p>
          <a:p>
            <a:r>
              <a:rPr lang="en-GB" sz="1400" dirty="0"/>
              <a:t>backward()</a:t>
            </a:r>
          </a:p>
          <a:p>
            <a:r>
              <a:rPr lang="en-GB" sz="1400" dirty="0"/>
              <a:t>    • Set direction pins for reverse motion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4D6D7-32E4-5CA3-1E7A-57266DC7D82A}"/>
              </a:ext>
            </a:extLst>
          </p:cNvPr>
          <p:cNvSpPr txBox="1"/>
          <p:nvPr/>
        </p:nvSpPr>
        <p:spPr>
          <a:xfrm>
            <a:off x="765712" y="5695893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>
                <a:hlinkClick r:id="rId3"/>
              </a:rPr>
              <a:t>https://github.com/info-zas/zas-robotics-motion/blob/main/01_FoundationProjects/MFL03/MFL03/MFL03.ino</a:t>
            </a:r>
            <a:endParaRPr lang="en-GB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8C58-1FF5-FB63-9594-22053E04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9291D4-64F8-8FD7-547C-00202BE0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54CDFF-81F3-3957-D625-A1D52E9744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D604BB6-FCEF-7F1C-5082-10612F611BCE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Speed Control DC Motor with TB6612 Motor Driver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BD527-1860-E6B9-A8F6-6F20A77B6036}"/>
              </a:ext>
            </a:extLst>
          </p:cNvPr>
          <p:cNvSpPr txBox="1"/>
          <p:nvPr/>
        </p:nvSpPr>
        <p:spPr bwMode="auto">
          <a:xfrm>
            <a:off x="765712" y="5404768"/>
            <a:ext cx="395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MFL03 (MFL03.ino):</a:t>
            </a:r>
          </a:p>
        </p:txBody>
      </p:sp>
    </p:spTree>
    <p:extLst>
      <p:ext uri="{BB962C8B-B14F-4D97-AF65-F5344CB8AC3E}">
        <p14:creationId xmlns:p14="http://schemas.microsoft.com/office/powerpoint/2010/main" val="339101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B10A2F-F915-0483-BCA6-BAE851D34D7F}"/>
              </a:ext>
            </a:extLst>
          </p:cNvPr>
          <p:cNvSpPr/>
          <p:nvPr/>
        </p:nvSpPr>
        <p:spPr>
          <a:xfrm>
            <a:off x="7495761" y="2733261"/>
            <a:ext cx="437322" cy="23853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28575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3CEA5EA-ABF5-D4FD-A153-A6245C38A9C9}"/>
              </a:ext>
            </a:extLst>
          </p:cNvPr>
          <p:cNvSpPr/>
          <p:nvPr/>
        </p:nvSpPr>
        <p:spPr>
          <a:xfrm>
            <a:off x="5555973" y="2971800"/>
            <a:ext cx="2117035" cy="13914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213A9-29ED-F81F-F43E-1FA2DFB4FEDB}"/>
              </a:ext>
            </a:extLst>
          </p:cNvPr>
          <p:cNvSpPr txBox="1"/>
          <p:nvPr/>
        </p:nvSpPr>
        <p:spPr>
          <a:xfrm>
            <a:off x="3289853" y="3110948"/>
            <a:ext cx="2653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Change the value between 0 to 255 to observe the speed changes of DC motor</a:t>
            </a:r>
          </a:p>
          <a:p>
            <a:r>
              <a:rPr lang="en-GB" b="1" dirty="0">
                <a:solidFill>
                  <a:srgbClr val="FF0000"/>
                </a:solidFill>
              </a:rPr>
              <a:t>0</a:t>
            </a:r>
            <a:r>
              <a:rPr lang="en-GB" dirty="0"/>
              <a:t>,1,3,15,31,63,</a:t>
            </a:r>
            <a:r>
              <a:rPr lang="en-GB" b="1" dirty="0">
                <a:solidFill>
                  <a:srgbClr val="FF0000"/>
                </a:solidFill>
              </a:rPr>
              <a:t>127</a:t>
            </a:r>
            <a:r>
              <a:rPr lang="en-GB" dirty="0"/>
              <a:t>,</a:t>
            </a:r>
            <a:r>
              <a:rPr lang="en-GB" b="1" dirty="0">
                <a:solidFill>
                  <a:srgbClr val="FF0000"/>
                </a:solidFill>
              </a:rPr>
              <a:t>255</a:t>
            </a:r>
            <a:r>
              <a:rPr lang="en-GB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56260-9C70-2D94-B122-A1E60B3F8C47}"/>
              </a:ext>
            </a:extLst>
          </p:cNvPr>
          <p:cNvSpPr txBox="1"/>
          <p:nvPr/>
        </p:nvSpPr>
        <p:spPr>
          <a:xfrm>
            <a:off x="838200" y="1625570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code in the motion creative 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D13B5-114E-8646-16C9-29430166F81C}"/>
              </a:ext>
            </a:extLst>
          </p:cNvPr>
          <p:cNvSpPr txBox="1"/>
          <p:nvPr/>
        </p:nvSpPr>
        <p:spPr>
          <a:xfrm>
            <a:off x="6438072" y="1402575"/>
            <a:ext cx="3799233" cy="507831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void setup() { 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(5, OUTPUT);  // PWM speed control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(6, OUTPUT);  // Direction pin 1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pinMode</a:t>
            </a:r>
            <a:r>
              <a:rPr lang="en-GB" sz="1200" dirty="0"/>
              <a:t>(4, OUTPUT);  // Direction pin 2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void loop() {</a:t>
            </a:r>
          </a:p>
          <a:p>
            <a:r>
              <a:rPr lang="en-GB" sz="1200" dirty="0"/>
              <a:t> </a:t>
            </a:r>
            <a:r>
              <a:rPr lang="en-GB" sz="1200" dirty="0" err="1"/>
              <a:t>analogWrite</a:t>
            </a:r>
            <a:r>
              <a:rPr lang="en-GB" sz="1200" dirty="0"/>
              <a:t>(5, 255);   // Speed (0–255), adjust as needed</a:t>
            </a:r>
          </a:p>
          <a:p>
            <a:endParaRPr lang="en-GB" sz="1200" dirty="0"/>
          </a:p>
          <a:p>
            <a:r>
              <a:rPr lang="en-GB" sz="1200" dirty="0"/>
              <a:t>  forward();</a:t>
            </a:r>
          </a:p>
          <a:p>
            <a:r>
              <a:rPr lang="en-GB" sz="1200" dirty="0"/>
              <a:t>  delay(1000);</a:t>
            </a:r>
          </a:p>
          <a:p>
            <a:endParaRPr lang="en-GB" sz="1200" dirty="0"/>
          </a:p>
          <a:p>
            <a:r>
              <a:rPr lang="en-GB" sz="1200" dirty="0"/>
              <a:t>  backward();</a:t>
            </a:r>
          </a:p>
          <a:p>
            <a:r>
              <a:rPr lang="en-GB" sz="1200" dirty="0"/>
              <a:t>  delay(1000);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// Function to move motor forward</a:t>
            </a:r>
          </a:p>
          <a:p>
            <a:r>
              <a:rPr lang="en-GB" sz="1200" dirty="0"/>
              <a:t>void forward() {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(6, HIGH); // Forward direction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(4, LOW);</a:t>
            </a:r>
          </a:p>
          <a:p>
            <a:r>
              <a:rPr lang="en-GB" sz="1200" dirty="0"/>
              <a:t>}</a:t>
            </a:r>
          </a:p>
          <a:p>
            <a:endParaRPr lang="en-GB" sz="1200" dirty="0"/>
          </a:p>
          <a:p>
            <a:r>
              <a:rPr lang="en-GB" sz="1200" dirty="0"/>
              <a:t>// Function to move motor backward</a:t>
            </a:r>
          </a:p>
          <a:p>
            <a:r>
              <a:rPr lang="en-GB" sz="1200" dirty="0"/>
              <a:t>void backward() {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(6, LOW);  // Reverse direction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digitalWrite</a:t>
            </a:r>
            <a:r>
              <a:rPr lang="en-GB" sz="1200" dirty="0"/>
              <a:t>(4, HIGH);</a:t>
            </a:r>
          </a:p>
          <a:p>
            <a:r>
              <a:rPr lang="en-GB" sz="1200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D25E5-C741-0F95-5E51-1E2548380E18}"/>
              </a:ext>
            </a:extLst>
          </p:cNvPr>
          <p:cNvSpPr txBox="1"/>
          <p:nvPr/>
        </p:nvSpPr>
        <p:spPr>
          <a:xfrm>
            <a:off x="340416" y="5587375"/>
            <a:ext cx="498116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 dirty="0">
                <a:hlinkClick r:id="rId2"/>
              </a:rPr>
              <a:t>https://github.com/info-zas/zas-robotics-motion/blob/main/01_FoundationProjects/MFL03/MFL03/MFL03.ino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12B31-2B98-9CFA-E4C6-A2E6040E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6E89B-BD03-06C4-430C-21A2905C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F28208-BE00-3639-3057-A99FBF0A87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59D3063-093A-9093-7448-665A7B073FD7}"/>
              </a:ext>
            </a:extLst>
          </p:cNvPr>
          <p:cNvSpPr txBox="1">
            <a:spLocks/>
          </p:cNvSpPr>
          <p:nvPr/>
        </p:nvSpPr>
        <p:spPr>
          <a:xfrm>
            <a:off x="499017" y="136525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Speed Control DC Motor with TB6612 Motor Driver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8C4F88-0CD1-4F98-C79C-AB89C16108B9}"/>
              </a:ext>
            </a:extLst>
          </p:cNvPr>
          <p:cNvSpPr txBox="1"/>
          <p:nvPr/>
        </p:nvSpPr>
        <p:spPr bwMode="auto">
          <a:xfrm>
            <a:off x="233516" y="5172585"/>
            <a:ext cx="395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MFL03 (MFL03.ino):</a:t>
            </a:r>
          </a:p>
        </p:txBody>
      </p:sp>
    </p:spTree>
    <p:extLst>
      <p:ext uri="{BB962C8B-B14F-4D97-AF65-F5344CB8AC3E}">
        <p14:creationId xmlns:p14="http://schemas.microsoft.com/office/powerpoint/2010/main" val="693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E73060-5DF8-4176-7B59-146C4EDF2776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MFL03_a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Display Speed and Direction of DC Motor in OLED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B8B26-070E-FE8E-331E-4F9B21567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690BB6-2A19-D859-9016-4549BD744FD4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90BC6-54E3-B0A4-50A9-7D869A92980B}"/>
              </a:ext>
            </a:extLst>
          </p:cNvPr>
          <p:cNvSpPr/>
          <p:nvPr/>
        </p:nvSpPr>
        <p:spPr>
          <a:xfrm>
            <a:off x="6292645" y="4326352"/>
            <a:ext cx="1281294" cy="112236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A55DC-BDA0-E380-897F-F8A8E24FD733}"/>
              </a:ext>
            </a:extLst>
          </p:cNvPr>
          <p:cNvSpPr txBox="1"/>
          <p:nvPr/>
        </p:nvSpPr>
        <p:spPr>
          <a:xfrm>
            <a:off x="825912" y="1748994"/>
            <a:ext cx="4370436" cy="369331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Include required libraries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OLED display libraries</a:t>
            </a:r>
          </a:p>
          <a:p>
            <a:pPr>
              <a:buNone/>
            </a:pPr>
            <a:r>
              <a:rPr lang="en-US" b="1" dirty="0"/>
              <a:t>setup()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motor speed pin as OUTPUT (PWM)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motor direction pins as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Initialize OLED display</a:t>
            </a:r>
          </a:p>
          <a:p>
            <a:pPr>
              <a:buNone/>
            </a:pPr>
            <a:r>
              <a:rPr lang="en-US" b="1" dirty="0"/>
              <a:t>loop()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motor speed using PWM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motor in forward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motor direction and speed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motor in backward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motor direction and speed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Repeat continuously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7D3C7-80BE-1792-42DC-B64D23A3C580}"/>
              </a:ext>
            </a:extLst>
          </p:cNvPr>
          <p:cNvSpPr txBox="1"/>
          <p:nvPr/>
        </p:nvSpPr>
        <p:spPr bwMode="auto">
          <a:xfrm>
            <a:off x="825912" y="5543382"/>
            <a:ext cx="45130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MFL03_a (MFL03_a.ino):</a:t>
            </a:r>
          </a:p>
          <a:p>
            <a:pPr>
              <a:defRPr/>
            </a:pPr>
            <a:r>
              <a:rPr lang="en-GB" b="1" dirty="0">
                <a:hlinkClick r:id="rId3"/>
              </a:rPr>
              <a:t>https://github.com/info-zas/zas-robotics-motion/blob/main/01_FoundationProjects/MFL03/MFL03_a/MFL03_a.ino</a:t>
            </a:r>
            <a:endParaRPr lang="en-GB" b="1" dirty="0"/>
          </a:p>
          <a:p>
            <a:pPr>
              <a:defRPr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1625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498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12</cp:revision>
  <dcterms:created xsi:type="dcterms:W3CDTF">2025-12-15T22:48:27Z</dcterms:created>
  <dcterms:modified xsi:type="dcterms:W3CDTF">2025-12-26T19:05:05Z</dcterms:modified>
</cp:coreProperties>
</file>