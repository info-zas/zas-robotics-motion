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54" r:id="rId5"/>
    <p:sldId id="55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8_Servo_Control_Rotary_Encoder/MFL08_Servo_Control_Rotary_Encod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8_Servo_Control_Rotary_Encoder/MFL08_Servo_Control_Rotary_Encod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MFL08)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MFL08: Servo Motor Control with Rotary Encoder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5F2E52-6384-6B1B-14F0-666329278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3949" y="2203052"/>
            <a:ext cx="6873836" cy="2796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CBF64A-202F-4216-38F3-CDFB09859282}"/>
              </a:ext>
            </a:extLst>
          </p:cNvPr>
          <p:cNvSpPr txBox="1"/>
          <p:nvPr/>
        </p:nvSpPr>
        <p:spPr>
          <a:xfrm>
            <a:off x="2296322" y="532889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https://www.youtube.com/watch?v=v4BbSzJ-hz4</a:t>
            </a:r>
          </a:p>
        </p:txBody>
      </p:sp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https://github.com/info-zas/zas-robotics-motion/tree/main/01_FoundationProjects/MFL08_Servo_Control_Rotary_Encoder/MFL08_Servo_Control_Rotary_Encoder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657343" y="1690688"/>
            <a:ext cx="468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MFL08 (MFL08_Servo_Control_Rotary_Encoder.ino):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01285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D15F1-EA08-2D3C-968B-4A9FB9C7038A}"/>
              </a:ext>
            </a:extLst>
          </p:cNvPr>
          <p:cNvSpPr txBox="1"/>
          <p:nvPr/>
        </p:nvSpPr>
        <p:spPr>
          <a:xfrm>
            <a:off x="1017104" y="1348800"/>
            <a:ext cx="4758179" cy="5509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/>
              <a:t>Include required libraries</a:t>
            </a:r>
            <a:endParaRPr lang="en-GB" sz="1600" dirty="0"/>
          </a:p>
          <a:p>
            <a:r>
              <a:rPr lang="en-GB" sz="1600" dirty="0"/>
              <a:t>Servo library</a:t>
            </a:r>
          </a:p>
          <a:p>
            <a:r>
              <a:rPr lang="en-GB" sz="1600" b="1" dirty="0"/>
              <a:t>Define pin connections</a:t>
            </a:r>
            <a:endParaRPr lang="en-GB" sz="1600" dirty="0"/>
          </a:p>
          <a:p>
            <a:r>
              <a:rPr lang="en-GB" sz="1600" dirty="0"/>
              <a:t>CLK → pin 2</a:t>
            </a:r>
          </a:p>
          <a:p>
            <a:r>
              <a:rPr lang="en-GB" sz="1600" dirty="0"/>
              <a:t>DT → pin A3</a:t>
            </a:r>
          </a:p>
          <a:p>
            <a:r>
              <a:rPr lang="en-GB" sz="1600" dirty="0"/>
              <a:t>SW → pin A2</a:t>
            </a:r>
          </a:p>
          <a:p>
            <a:r>
              <a:rPr lang="en-GB" sz="1600" dirty="0"/>
              <a:t>Servo signal → pin 11</a:t>
            </a:r>
          </a:p>
          <a:p>
            <a:r>
              <a:rPr lang="en-GB" sz="1600" b="1" dirty="0"/>
              <a:t>setup()</a:t>
            </a:r>
            <a:endParaRPr lang="en-GB" sz="1600" dirty="0"/>
          </a:p>
          <a:p>
            <a:r>
              <a:rPr lang="en-GB" sz="1600" dirty="0"/>
              <a:t>Set encoder pins as input</a:t>
            </a:r>
          </a:p>
          <a:p>
            <a:r>
              <a:rPr lang="en-GB" sz="1600" dirty="0"/>
              <a:t>Enable pull-up for switch pin</a:t>
            </a:r>
          </a:p>
          <a:p>
            <a:r>
              <a:rPr lang="en-GB" sz="1600" dirty="0"/>
              <a:t>Initialize serial communication</a:t>
            </a:r>
          </a:p>
          <a:p>
            <a:r>
              <a:rPr lang="en-GB" sz="1600" dirty="0"/>
              <a:t>Attach servo motor to pin 11</a:t>
            </a:r>
          </a:p>
          <a:p>
            <a:r>
              <a:rPr lang="en-GB" sz="1600" dirty="0"/>
              <a:t>Set initial servo position</a:t>
            </a:r>
          </a:p>
          <a:p>
            <a:r>
              <a:rPr lang="en-GB" sz="1600" b="1" dirty="0"/>
              <a:t>loop()</a:t>
            </a:r>
            <a:endParaRPr lang="en-GB" sz="1600" dirty="0"/>
          </a:p>
          <a:p>
            <a:r>
              <a:rPr lang="en-GB" sz="1600" dirty="0"/>
              <a:t>Detect rotary encoder movement</a:t>
            </a:r>
          </a:p>
          <a:p>
            <a:r>
              <a:rPr lang="en-GB" sz="1600" dirty="0"/>
              <a:t>Rotate servo clockwise or anticlockwise based on encoder direction</a:t>
            </a:r>
          </a:p>
          <a:p>
            <a:r>
              <a:rPr lang="en-GB" sz="1600" dirty="0"/>
              <a:t>Increase or decrease servo angle in steps</a:t>
            </a:r>
          </a:p>
          <a:p>
            <a:r>
              <a:rPr lang="en-GB" sz="1600" dirty="0"/>
              <a:t>Limit servo angle between 0 and 180 degrees</a:t>
            </a:r>
          </a:p>
          <a:p>
            <a:r>
              <a:rPr lang="en-GB" sz="1600" dirty="0"/>
              <a:t>Display encoder position and servo angle on Serial Monitor</a:t>
            </a:r>
          </a:p>
          <a:p>
            <a:r>
              <a:rPr lang="en-GB" sz="1600" dirty="0"/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269080" y="231377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MFL08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Servo Motor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9178083" y="2087817"/>
            <a:ext cx="2285416" cy="187789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74F5E-338E-7529-F1E5-6EEC1A538B71}"/>
              </a:ext>
            </a:extLst>
          </p:cNvPr>
          <p:cNvSpPr txBox="1"/>
          <p:nvPr/>
        </p:nvSpPr>
        <p:spPr>
          <a:xfrm>
            <a:off x="606099" y="4339245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https://github.com/info-zas/zas-robotics-motion/tree/main/01_FoundationProjects/MFL08_Servo_Control_Rotary_Encoder/MFL08_Servo_Control_Rotary_Encoder</a:t>
            </a:r>
            <a:endParaRPr lang="en-GB" dirty="0"/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86FB-EBC3-E77B-547A-B98BE2DE6750}"/>
              </a:ext>
            </a:extLst>
          </p:cNvPr>
          <p:cNvSpPr txBox="1"/>
          <p:nvPr/>
        </p:nvSpPr>
        <p:spPr bwMode="auto">
          <a:xfrm>
            <a:off x="578981" y="3595421"/>
            <a:ext cx="468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MFL08 (MFL08_Servo_Control_Rotary_Encoder.ino):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288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MFL08 : Servo Motor Control with Rotary Encoder</vt:lpstr>
      <vt:lpstr>MFL08 : Servo Motor Control with Rotary Encoder</vt:lpstr>
      <vt:lpstr>MFL08 : Servo Motor Control with Rotary Encoder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38</cp:revision>
  <dcterms:created xsi:type="dcterms:W3CDTF">2025-12-15T22:48:27Z</dcterms:created>
  <dcterms:modified xsi:type="dcterms:W3CDTF">2026-01-18T00:47:10Z</dcterms:modified>
</cp:coreProperties>
</file>