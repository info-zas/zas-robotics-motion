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561" r:id="rId3"/>
    <p:sldId id="556" r:id="rId4"/>
    <p:sldId id="552" r:id="rId5"/>
    <p:sldId id="554" r:id="rId6"/>
    <p:sldId id="55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511432-EC56-427D-A32A-0750225838C8}" type="datetimeFigureOut">
              <a:rPr lang="en-GB" smtClean="0"/>
              <a:t>26/12/2025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A6201-8115-495C-B62A-BE4F2B820E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855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info-zas/zas-robotics-motion/blob/main/01_FoundationProjects/MFL04/MFL04/MFL04.ino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1_FoundationProjects/MFL04/MFL04/MFL04.ino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MFL04)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MFL04: Stepper Motor Control with ULN2003</a:t>
            </a:r>
            <a:endParaRPr lang="en-GB" sz="3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0D8C57-EDD1-E044-CF45-A3620BC92E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E35A-A62E-8F3F-F097-0F1C713AA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E2A384-84C7-7B55-86A2-40B9CEB6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3966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MFL04 :</a:t>
            </a:r>
            <a:b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Stepper Motor Control with ULN2003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026" y="2221578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761" y="4604105"/>
            <a:ext cx="2832863" cy="19492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1C53E-9C7C-7C76-988C-68F857A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5E7C16-1C1D-463F-54CE-8B8C1486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E69B09-5F94-D984-AC4B-9E9BEB82FD8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924228-F26C-807E-B77D-38FD4ACBDA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6798" y="1538177"/>
            <a:ext cx="3696020" cy="2918713"/>
          </a:xfrm>
          <a:prstGeom prst="rect">
            <a:avLst/>
          </a:prstGeom>
        </p:spPr>
      </p:pic>
      <p:sp>
        <p:nvSpPr>
          <p:cNvPr id="15" name="TextBox 10">
            <a:extLst>
              <a:ext uri="{FF2B5EF4-FFF2-40B4-BE49-F238E27FC236}">
                <a16:creationId xmlns:a16="http://schemas.microsoft.com/office/drawing/2014/main" id="{B3AB22A8-E40E-1FCE-361B-F685C3EDE533}"/>
              </a:ext>
            </a:extLst>
          </p:cNvPr>
          <p:cNvSpPr txBox="1"/>
          <p:nvPr/>
        </p:nvSpPr>
        <p:spPr>
          <a:xfrm>
            <a:off x="9852967" y="3595444"/>
            <a:ext cx="17214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 Stepper Motor Driver Board ULN2003</a:t>
            </a:r>
            <a:endParaRPr lang="en-GB" dirty="0"/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F928F18D-1F0D-7BE0-29AD-ACE67440771E}"/>
              </a:ext>
            </a:extLst>
          </p:cNvPr>
          <p:cNvSpPr txBox="1"/>
          <p:nvPr/>
        </p:nvSpPr>
        <p:spPr>
          <a:xfrm>
            <a:off x="6460852" y="2382611"/>
            <a:ext cx="15331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Stepper Motor</a:t>
            </a:r>
          </a:p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28BYJ-48-5V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660F-F4F9-3226-B643-95E6B45E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MFL04 :</a:t>
            </a:r>
            <a:b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Stepper Motor Control with ULN2003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31A512-FCFF-6FB5-6C1F-9400F10F98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7791" y="1974712"/>
            <a:ext cx="7133340" cy="435133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9A2E7E-8DCA-C4DC-F5BA-8CD2709085FC}"/>
              </a:ext>
            </a:extLst>
          </p:cNvPr>
          <p:cNvGraphicFramePr>
            <a:graphicFrameLocks noGrp="1"/>
          </p:cNvGraphicFramePr>
          <p:nvPr/>
        </p:nvGraphicFramePr>
        <p:xfrm>
          <a:off x="8847661" y="2397781"/>
          <a:ext cx="2733368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ULN2003 Stepper Motor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AIN4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5DE4D6-7E0E-E468-C729-1426C2169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963FB-347E-B7FB-77B2-5FBE7D9E6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CA40C6-8854-57B1-4A97-7ABC3D3794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99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MFL04 :</a:t>
            </a:r>
            <a:b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Stepper Motor Control with ULN2003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6301409" y="2545788"/>
            <a:ext cx="5158408" cy="369331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setup()</a:t>
            </a:r>
          </a:p>
          <a:p>
            <a:r>
              <a:rPr lang="en-GB" dirty="0"/>
              <a:t>    • Set stepper motor speed (RPM)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Print "Stepper Motor Test Start" to serial monitor</a:t>
            </a:r>
          </a:p>
          <a:p>
            <a:endParaRPr lang="en-GB" dirty="0"/>
          </a:p>
          <a:p>
            <a:r>
              <a:rPr lang="en-GB" b="1" dirty="0"/>
              <a:t>loop()</a:t>
            </a:r>
          </a:p>
          <a:p>
            <a:r>
              <a:rPr lang="en-GB" dirty="0"/>
              <a:t>    • Print "Clockwise rotation"</a:t>
            </a:r>
          </a:p>
          <a:p>
            <a:r>
              <a:rPr lang="en-GB" dirty="0"/>
              <a:t>    • Rotate stepper motor one full turn clockwise</a:t>
            </a:r>
          </a:p>
          <a:p>
            <a:r>
              <a:rPr lang="en-GB" dirty="0"/>
              <a:t>    • Wait for 1 second</a:t>
            </a:r>
          </a:p>
          <a:p>
            <a:r>
              <a:rPr lang="en-GB" dirty="0"/>
              <a:t>    • Print "Counterclockwise rotation"</a:t>
            </a:r>
          </a:p>
          <a:p>
            <a:r>
              <a:rPr lang="en-GB" dirty="0"/>
              <a:t>    • Rotate stepper motor one full turn   </a:t>
            </a:r>
          </a:p>
          <a:p>
            <a:r>
              <a:rPr lang="en-GB" dirty="0"/>
              <a:t>        counterclockwise</a:t>
            </a:r>
          </a:p>
          <a:p>
            <a:r>
              <a:rPr lang="en-GB" dirty="0"/>
              <a:t>    • Wait for 1 second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1039495" y="2622462"/>
            <a:ext cx="4309253" cy="1200329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https://github.com/info-zas/zas-robotics-motion/blob/main/01_FoundationProjects/MFL04/MFL04/MFL04.ino</a:t>
            </a:r>
            <a:endParaRPr lang="en-GB" dirty="0"/>
          </a:p>
          <a:p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6C04C4-666C-C412-E3C2-437056B7918E}"/>
              </a:ext>
            </a:extLst>
          </p:cNvPr>
          <p:cNvSpPr txBox="1"/>
          <p:nvPr/>
        </p:nvSpPr>
        <p:spPr>
          <a:xfrm>
            <a:off x="924232" y="22438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b="1" dirty="0"/>
              <a:t>Code for Lesson MFL04 (MFL04.ino):</a:t>
            </a:r>
          </a:p>
        </p:txBody>
      </p:sp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MFL04 :</a:t>
            </a:r>
            <a:b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Stepper Motor Control with ULN2003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8567530" y="4151418"/>
            <a:ext cx="2445027" cy="14134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370124" y="2019786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in the motion creative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4551-EBEB-F0C1-E417-FCBD36193F47}"/>
              </a:ext>
            </a:extLst>
          </p:cNvPr>
          <p:cNvSpPr txBox="1"/>
          <p:nvPr/>
        </p:nvSpPr>
        <p:spPr>
          <a:xfrm>
            <a:off x="449560" y="3228088"/>
            <a:ext cx="4885191" cy="1200329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https://github.com/info-zas/zas-robotics-motion/blob/main/01_FoundationProjects/MFL04/MFL04/MFL04.ino</a:t>
            </a:r>
            <a:endParaRPr lang="en-GB" dirty="0"/>
          </a:p>
          <a:p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DF7401-7F8F-E95B-27A4-2AA8778C4C10}"/>
              </a:ext>
            </a:extLst>
          </p:cNvPr>
          <p:cNvSpPr txBox="1"/>
          <p:nvPr/>
        </p:nvSpPr>
        <p:spPr>
          <a:xfrm>
            <a:off x="370124" y="2755966"/>
            <a:ext cx="3946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b="1" dirty="0"/>
              <a:t>Code for Lesson MFL04 (MFL04.ino):</a:t>
            </a:r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1036</TotalTime>
  <Words>263</Words>
  <Application>Microsoft Office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TT Norms Pro</vt:lpstr>
      <vt:lpstr>Office Theme</vt:lpstr>
      <vt:lpstr>Motion Kit (Kit 2)</vt:lpstr>
      <vt:lpstr>Motion Kit : Contents</vt:lpstr>
      <vt:lpstr>MFL04 : Stepper Motor Control with ULN2003</vt:lpstr>
      <vt:lpstr>MFL04 : Stepper Motor Control with ULN2003</vt:lpstr>
      <vt:lpstr>MFL04 : Stepper Motor Control with ULN2003</vt:lpstr>
      <vt:lpstr>MFL04 : Stepper Motor Control with ULN2003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13</cp:revision>
  <dcterms:created xsi:type="dcterms:W3CDTF">2025-12-15T22:48:27Z</dcterms:created>
  <dcterms:modified xsi:type="dcterms:W3CDTF">2025-12-26T19:08:32Z</dcterms:modified>
</cp:coreProperties>
</file>