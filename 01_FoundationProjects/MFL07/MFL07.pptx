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260" r:id="rId5"/>
    <p:sldId id="554" r:id="rId6"/>
    <p:sldId id="553" r:id="rId7"/>
    <p:sldId id="5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7/MFL07/MFL07.in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07/MFL07/MFL07.ino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1_FoundationProjects/MFL07/MFL07_a/MFL07_a.i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MFL07)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MFL07: Rotary Encoder</a:t>
            </a:r>
          </a:p>
          <a:p>
            <a:endParaRPr lang="en-US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5F2E52-6384-6B1B-14F0-666329278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5123" y="1622516"/>
            <a:ext cx="6873836" cy="2796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CBF64A-202F-4216-38F3-CDFB09859282}"/>
              </a:ext>
            </a:extLst>
          </p:cNvPr>
          <p:cNvSpPr txBox="1"/>
          <p:nvPr/>
        </p:nvSpPr>
        <p:spPr>
          <a:xfrm>
            <a:off x="753244" y="557470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https://www.youtube.com/watch?v=v4BbSzJ-hz4</a:t>
            </a:r>
          </a:p>
        </p:txBody>
      </p:sp>
      <p:pic>
        <p:nvPicPr>
          <p:cNvPr id="5" name="Picture 4" descr="A close-up of a small device&#10;&#10;AI-generated content may be incorrect.">
            <a:extLst>
              <a:ext uri="{FF2B5EF4-FFF2-40B4-BE49-F238E27FC236}">
                <a16:creationId xmlns:a16="http://schemas.microsoft.com/office/drawing/2014/main" id="{9E07A709-1844-D0AE-AA38-F75C912B1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900" y="3429350"/>
            <a:ext cx="499915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84" y="2005320"/>
            <a:ext cx="8532223" cy="5167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4A2237-BC64-6B11-0D89-B8CAA3A7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660" y="2005320"/>
            <a:ext cx="3460297" cy="17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7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https://github.com/info-zas/zas-robotics-motion/blob/main/01_FoundationProjects/MFL07/MFL07/MFL07.ino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43591" y="1938100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 (MFL07.ino):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F8D58-DF02-04DA-6C0C-DEF50817A6B2}"/>
              </a:ext>
            </a:extLst>
          </p:cNvPr>
          <p:cNvSpPr txBox="1"/>
          <p:nvPr/>
        </p:nvSpPr>
        <p:spPr>
          <a:xfrm>
            <a:off x="599768" y="1907862"/>
            <a:ext cx="5889522" cy="3416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Define pin names</a:t>
            </a:r>
            <a:endParaRPr lang="en-US" dirty="0"/>
          </a:p>
          <a:p>
            <a:r>
              <a:rPr lang="en-US" dirty="0"/>
              <a:t>Assign </a:t>
            </a:r>
            <a:r>
              <a:rPr lang="en-US" b="1" dirty="0"/>
              <a:t>CLK</a:t>
            </a:r>
            <a:r>
              <a:rPr lang="en-US" dirty="0"/>
              <a:t>, </a:t>
            </a:r>
            <a:r>
              <a:rPr lang="en-US" b="1" dirty="0"/>
              <a:t>DT</a:t>
            </a:r>
            <a:r>
              <a:rPr lang="en-US" dirty="0"/>
              <a:t>, and </a:t>
            </a:r>
            <a:r>
              <a:rPr lang="en-US" b="1" dirty="0"/>
              <a:t>SW</a:t>
            </a:r>
            <a:r>
              <a:rPr lang="en-US" dirty="0"/>
              <a:t> pins of the rotary encoder to Arduino pins</a:t>
            </a:r>
          </a:p>
          <a:p>
            <a:r>
              <a:rPr lang="en-US" b="1" dirty="0"/>
              <a:t>setup()</a:t>
            </a:r>
            <a:endParaRPr lang="en-US" dirty="0"/>
          </a:p>
          <a:p>
            <a:r>
              <a:rPr lang="en-US" dirty="0"/>
              <a:t>Set CLK and DT pins as input</a:t>
            </a:r>
          </a:p>
          <a:p>
            <a:r>
              <a:rPr lang="en-US" dirty="0"/>
              <a:t>Set SW pin as input with internal pull-up resistor</a:t>
            </a:r>
          </a:p>
          <a:p>
            <a:r>
              <a:rPr lang="en-US" dirty="0"/>
              <a:t>Initialize serial communication</a:t>
            </a:r>
          </a:p>
          <a:p>
            <a:r>
              <a:rPr lang="en-US" b="1" dirty="0"/>
              <a:t>loop()</a:t>
            </a:r>
            <a:endParaRPr lang="en-US" dirty="0"/>
          </a:p>
          <a:p>
            <a:r>
              <a:rPr lang="en-US" dirty="0"/>
              <a:t>Read the state of CLK, DT, and SW pins</a:t>
            </a:r>
          </a:p>
          <a:p>
            <a:r>
              <a:rPr lang="en-US" dirty="0"/>
              <a:t>Display the pin states on the Serial Monitor</a:t>
            </a:r>
          </a:p>
          <a:p>
            <a:r>
              <a:rPr lang="en-US" dirty="0"/>
              <a:t>Update readings continuously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- Basic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5684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(MFL07.ino)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269080" y="231377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- Basic Mode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A227F-C167-14F5-B0D8-73DEA183D8ED}"/>
              </a:ext>
            </a:extLst>
          </p:cNvPr>
          <p:cNvSpPr txBox="1"/>
          <p:nvPr/>
        </p:nvSpPr>
        <p:spPr>
          <a:xfrm>
            <a:off x="765421" y="4490315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https://github.com/info-zas/zas-robotics-motion/blob/main/01_FoundationProjects/MFL07/MFL07/MFL07.ino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1A249-8EDC-3848-D521-702820B331DA}"/>
              </a:ext>
            </a:extLst>
          </p:cNvPr>
          <p:cNvSpPr txBox="1"/>
          <p:nvPr/>
        </p:nvSpPr>
        <p:spPr bwMode="auto">
          <a:xfrm>
            <a:off x="690305" y="4042292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 (MFL07.ino):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48A8-0188-8BE5-30ED-424C7EA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MFL07_a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– Rotation Direction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53703-32F6-FE53-9CF4-FE6704AD85DC}"/>
              </a:ext>
            </a:extLst>
          </p:cNvPr>
          <p:cNvSpPr txBox="1"/>
          <p:nvPr/>
        </p:nvSpPr>
        <p:spPr>
          <a:xfrm>
            <a:off x="917163" y="2526085"/>
            <a:ext cx="4758179" cy="397031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Define pin names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Assign CLK, DT, and SW pins of the rotary encoder</a:t>
            </a:r>
          </a:p>
          <a:p>
            <a:pPr>
              <a:buNone/>
            </a:pPr>
            <a:r>
              <a:rPr lang="en-GB" b="1" dirty="0"/>
              <a:t>setup()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encoder pins as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pull-up resistor for switch pin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initial CLK state</a:t>
            </a:r>
          </a:p>
          <a:p>
            <a:pPr>
              <a:buNone/>
            </a:pPr>
            <a:r>
              <a:rPr lang="en-GB" b="1" dirty="0"/>
              <a:t>loop()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Monitor CLK pin for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DT pin to determine rotation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Increase counter for clockwise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Decrease counter for anticlockwise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direction and position on Serial Monitor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6577D-A818-3F0B-DCA4-5D1C2CA671C2}"/>
              </a:ext>
            </a:extLst>
          </p:cNvPr>
          <p:cNvSpPr txBox="1"/>
          <p:nvPr/>
        </p:nvSpPr>
        <p:spPr bwMode="auto">
          <a:xfrm>
            <a:off x="6943591" y="1938100"/>
            <a:ext cx="4180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MFL07_a (MFL07_a.ino):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4B681-BC32-ACD9-F1FB-CEBC1E36C18B}"/>
              </a:ext>
            </a:extLst>
          </p:cNvPr>
          <p:cNvSpPr txBox="1"/>
          <p:nvPr/>
        </p:nvSpPr>
        <p:spPr>
          <a:xfrm>
            <a:off x="5985610" y="2554844"/>
            <a:ext cx="6096000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https://github.com/info-zas/zas-robotics-motion/blob/main/01_FoundationProjects/MFL07/MFL07_a/MFL07_a.ino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8810F-5165-3ED4-FDDA-25CC953A172C}"/>
              </a:ext>
            </a:extLst>
          </p:cNvPr>
          <p:cNvSpPr txBox="1"/>
          <p:nvPr/>
        </p:nvSpPr>
        <p:spPr>
          <a:xfrm>
            <a:off x="838200" y="1614934"/>
            <a:ext cx="5684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(MFL07</a:t>
            </a:r>
            <a:r>
              <a:rPr lang="en-GB" b="1" dirty="0"/>
              <a:t>_a</a:t>
            </a:r>
            <a:r>
              <a:rPr lang="en-GB" sz="1800" b="1" dirty="0"/>
              <a:t>.ino) in the motion creative board</a:t>
            </a:r>
          </a:p>
        </p:txBody>
      </p:sp>
    </p:spTree>
    <p:extLst>
      <p:ext uri="{BB962C8B-B14F-4D97-AF65-F5344CB8AC3E}">
        <p14:creationId xmlns:p14="http://schemas.microsoft.com/office/powerpoint/2010/main" val="305032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351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MFL07 : Rotary Encoder</vt:lpstr>
      <vt:lpstr>MFL07 : Rotary Encoder</vt:lpstr>
      <vt:lpstr>MFL07 : Rotary Encoder - Basic Mode</vt:lpstr>
      <vt:lpstr>MFL07 : Rotary Encoder - Basic Mode</vt:lpstr>
      <vt:lpstr>MFL07_a : Rotary Encoder – Rotation Direction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41</cp:revision>
  <dcterms:created xsi:type="dcterms:W3CDTF">2025-12-15T22:48:27Z</dcterms:created>
  <dcterms:modified xsi:type="dcterms:W3CDTF">2025-12-26T19:26:12Z</dcterms:modified>
</cp:coreProperties>
</file>