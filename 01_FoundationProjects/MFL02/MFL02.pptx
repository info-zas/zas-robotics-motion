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561" r:id="rId3"/>
    <p:sldId id="556" r:id="rId4"/>
    <p:sldId id="557" r:id="rId5"/>
    <p:sldId id="559" r:id="rId6"/>
    <p:sldId id="547" r:id="rId7"/>
    <p:sldId id="549" r:id="rId8"/>
    <p:sldId id="5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08F18-B13D-470D-8890-73D58D6E1132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5F78A-1412-4E95-BF97-FF1FA67CF1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8351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info-zas/zas-robotics-motion/blob/main/01_FoundationProjects/MFL02/MFL02/MFL02.ino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o-zas/zas-robotics-motion/blob/main/01_FoundationProjects/MFL02/MFL02/MFL02.ino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8D5C56B-94F7-7E10-5325-4C3B78928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MFL02)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MFL02: DC Motor Direction Control Using TB6612</a:t>
            </a:r>
            <a:endParaRPr lang="en-GB" sz="3600" b="1" dirty="0">
              <a:solidFill>
                <a:srgbClr val="7030A0"/>
              </a:solidFill>
            </a:endParaRPr>
          </a:p>
          <a:p>
            <a:endParaRPr lang="en-GB" sz="3600" b="1" dirty="0">
              <a:solidFill>
                <a:srgbClr val="00B0F0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8EA6F3-51BB-F22A-74F2-C6497597D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F6EF9C9-6110-65F0-DB18-4A71022E4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3488-3A03-97E8-CC2F-00078C44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3966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MFL02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Direction Control DC Motor with TB6612 Motor 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853F4-A5AB-1390-7DDC-E2B61DD15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Things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7C0C7-C0DC-93FA-867E-FDDBDF1E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026" y="2221578"/>
            <a:ext cx="3417779" cy="2297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CD1A54-6DD7-681A-548F-8ECD20D64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2639551" y="4781275"/>
            <a:ext cx="3708948" cy="2080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675" y="4001294"/>
            <a:ext cx="3708949" cy="25520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1A5286-7014-DEE8-A80C-AB03BFFBC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582" y="4412876"/>
            <a:ext cx="2160798" cy="25931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D121D7-796F-D973-14EC-4A4E56A02E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066" y="1953189"/>
            <a:ext cx="1632291" cy="16069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81C4A1-7C72-B183-EED1-B30FBF4E3F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299669" y="1307352"/>
            <a:ext cx="2408129" cy="284250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1C53E-9C7C-7C76-988C-68F857A19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D5E7C16-1C1D-463F-54CE-8B8C1486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E69B09-5F94-D984-AC4B-9E9BEB82FD8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6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EFFE123-0FCF-F30F-0B0B-D219C529F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277" y="1770567"/>
            <a:ext cx="6973406" cy="47223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874407-ED46-6F41-75AB-9191BA940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642" y="4603598"/>
            <a:ext cx="655377" cy="175275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D2A58-C4F5-8112-047B-2FA3DDFBE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AF215A-0643-5D1E-511F-7E4BAC868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4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6E3285-F725-A52C-0131-DC3F3BADF9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4386F1A-42F1-23F6-38E3-C94121FAB7BE}"/>
              </a:ext>
            </a:extLst>
          </p:cNvPr>
          <p:cNvSpPr txBox="1">
            <a:spLocks/>
          </p:cNvSpPr>
          <p:nvPr/>
        </p:nvSpPr>
        <p:spPr>
          <a:xfrm>
            <a:off x="585079" y="322362"/>
            <a:ext cx="111939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MFL02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Direction Control DC Motor with TB6612 Motor Driver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F8ACDF-09BA-A2CB-1D5C-ABB1F9FEAC79}"/>
              </a:ext>
            </a:extLst>
          </p:cNvPr>
          <p:cNvSpPr txBox="1"/>
          <p:nvPr/>
        </p:nvSpPr>
        <p:spPr>
          <a:xfrm>
            <a:off x="9569388" y="2828835"/>
            <a:ext cx="19368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dirty="0">
                <a:solidFill>
                  <a:srgbClr val="00B0F0"/>
                </a:solidFill>
              </a:rPr>
              <a:t>Connections:</a:t>
            </a:r>
          </a:p>
          <a:p>
            <a:endParaRPr lang="en-GB" sz="2400" b="1" dirty="0">
              <a:solidFill>
                <a:srgbClr val="00B0F0"/>
              </a:solidFill>
            </a:endParaRPr>
          </a:p>
          <a:p>
            <a:r>
              <a:rPr lang="en-GB" sz="2400" b="1" dirty="0">
                <a:solidFill>
                  <a:srgbClr val="00B0F0"/>
                </a:solidFill>
              </a:rPr>
              <a:t>Power and Ground connections</a:t>
            </a:r>
          </a:p>
        </p:txBody>
      </p:sp>
    </p:spTree>
    <p:extLst>
      <p:ext uri="{BB962C8B-B14F-4D97-AF65-F5344CB8AC3E}">
        <p14:creationId xmlns:p14="http://schemas.microsoft.com/office/powerpoint/2010/main" val="505847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D569BD-B3D7-F04E-E039-2BBA2F077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564881"/>
              </p:ext>
            </p:extLst>
          </p:nvPr>
        </p:nvGraphicFramePr>
        <p:xfrm>
          <a:off x="9124335" y="3125837"/>
          <a:ext cx="273336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TB6612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UNO Pins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PWMA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AIN2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AIN1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91858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A4DC07F-7133-2DF1-1B74-8D6568A28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050387"/>
              </p:ext>
            </p:extLst>
          </p:nvPr>
        </p:nvGraphicFramePr>
        <p:xfrm>
          <a:off x="9124335" y="5119602"/>
          <a:ext cx="273336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TB6612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DC Motor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DC Motor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DC Motor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76F97-B315-32FA-A9F5-C76D1D8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73635-0403-3CDF-28E9-58B8E7A1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5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AE1025-39B7-B688-4D49-E96BE3822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46" y="1600307"/>
            <a:ext cx="6944877" cy="48464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1B0AE4-A421-3C34-47A6-7D6D84DED8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ADE0DFF-56CE-9624-2F56-77F576401BC0}"/>
              </a:ext>
            </a:extLst>
          </p:cNvPr>
          <p:cNvSpPr txBox="1">
            <a:spLocks/>
          </p:cNvSpPr>
          <p:nvPr/>
        </p:nvSpPr>
        <p:spPr>
          <a:xfrm>
            <a:off x="585079" y="322362"/>
            <a:ext cx="111939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MFL02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Direction Control DC Motor with TB6612 Motor Driver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B5E963-7156-A741-2035-AA087A682AEC}"/>
              </a:ext>
            </a:extLst>
          </p:cNvPr>
          <p:cNvSpPr txBox="1"/>
          <p:nvPr/>
        </p:nvSpPr>
        <p:spPr>
          <a:xfrm>
            <a:off x="8779368" y="1583270"/>
            <a:ext cx="2999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dirty="0">
                <a:solidFill>
                  <a:srgbClr val="00B0F0"/>
                </a:solidFill>
              </a:rPr>
              <a:t>Connections:</a:t>
            </a:r>
          </a:p>
          <a:p>
            <a:r>
              <a:rPr lang="en-GB" sz="2400" b="1" dirty="0">
                <a:solidFill>
                  <a:srgbClr val="00B0F0"/>
                </a:solidFill>
              </a:rPr>
              <a:t>DC Motor connections as below</a:t>
            </a:r>
          </a:p>
        </p:txBody>
      </p:sp>
    </p:spTree>
    <p:extLst>
      <p:ext uri="{BB962C8B-B14F-4D97-AF65-F5344CB8AC3E}">
        <p14:creationId xmlns:p14="http://schemas.microsoft.com/office/powerpoint/2010/main" val="2778734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F6B79BA-8F9E-3F2B-CDEB-B8ACB0592574}"/>
              </a:ext>
            </a:extLst>
          </p:cNvPr>
          <p:cNvSpPr txBox="1"/>
          <p:nvPr/>
        </p:nvSpPr>
        <p:spPr>
          <a:xfrm>
            <a:off x="6223137" y="4683165"/>
            <a:ext cx="4582768" cy="120032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r>
              <a:rPr lang="en-GB" dirty="0">
                <a:hlinkClick r:id="rId2"/>
              </a:rPr>
              <a:t>https://github.com/info-zas/zas-robotics-motion/blob/main/01_FoundationProjects/MFL02/MFL02/MFL02.ino</a:t>
            </a:r>
            <a:endParaRPr lang="en-GB" dirty="0"/>
          </a:p>
          <a:p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9EEC34-F7D4-8FF7-3484-FB568275CE52}"/>
              </a:ext>
            </a:extLst>
          </p:cNvPr>
          <p:cNvSpPr txBox="1"/>
          <p:nvPr/>
        </p:nvSpPr>
        <p:spPr>
          <a:xfrm>
            <a:off x="1023649" y="2174776"/>
            <a:ext cx="4582768" cy="397031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r>
              <a:rPr lang="en-GB" dirty="0"/>
              <a:t>setup()</a:t>
            </a:r>
          </a:p>
          <a:p>
            <a:r>
              <a:rPr lang="en-GB" dirty="0"/>
              <a:t>    • Set motor driver pins as OUTPUT</a:t>
            </a:r>
          </a:p>
          <a:p>
            <a:r>
              <a:rPr lang="en-GB" dirty="0"/>
              <a:t>      (PWM pin, Direction pin 1, Direction pin 2)</a:t>
            </a:r>
          </a:p>
          <a:p>
            <a:endParaRPr lang="en-GB" dirty="0"/>
          </a:p>
          <a:p>
            <a:r>
              <a:rPr lang="en-GB" dirty="0"/>
              <a:t>loop()</a:t>
            </a:r>
          </a:p>
          <a:p>
            <a:r>
              <a:rPr lang="en-GB" dirty="0"/>
              <a:t>    • Set motor speed (0–255)</a:t>
            </a:r>
          </a:p>
          <a:p>
            <a:r>
              <a:rPr lang="en-GB" dirty="0"/>
              <a:t>    • Run motor forward for 1 second</a:t>
            </a:r>
          </a:p>
          <a:p>
            <a:r>
              <a:rPr lang="en-GB" dirty="0"/>
              <a:t>    • Run motor backward for 1 second</a:t>
            </a:r>
          </a:p>
          <a:p>
            <a:endParaRPr lang="en-GB" dirty="0"/>
          </a:p>
          <a:p>
            <a:r>
              <a:rPr lang="en-GB" dirty="0"/>
              <a:t>forward()</a:t>
            </a:r>
          </a:p>
          <a:p>
            <a:r>
              <a:rPr lang="en-GB" dirty="0"/>
              <a:t>    • Set direction pins for forward motion</a:t>
            </a:r>
          </a:p>
          <a:p>
            <a:endParaRPr lang="en-GB" dirty="0"/>
          </a:p>
          <a:p>
            <a:r>
              <a:rPr lang="en-GB" dirty="0"/>
              <a:t>backward()</a:t>
            </a:r>
          </a:p>
          <a:p>
            <a:r>
              <a:rPr lang="en-GB" dirty="0"/>
              <a:t>    • Set direction pins for reverse motion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93CA7-AF3C-4E29-C574-3CAFE88D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E616E-051B-123E-14B1-015B490D8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6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6945A8-331E-8BF1-C3D7-2965159CF4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5F7BCE0-ADDC-D620-3FF7-8ACD45554C2A}"/>
              </a:ext>
            </a:extLst>
          </p:cNvPr>
          <p:cNvSpPr txBox="1">
            <a:spLocks/>
          </p:cNvSpPr>
          <p:nvPr/>
        </p:nvSpPr>
        <p:spPr>
          <a:xfrm>
            <a:off x="585079" y="322362"/>
            <a:ext cx="111939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MFL02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Direction Control DC Motor with TB6612 Motor Driver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B21E9F-F95F-C07F-868F-8E12F02C143A}"/>
              </a:ext>
            </a:extLst>
          </p:cNvPr>
          <p:cNvSpPr txBox="1"/>
          <p:nvPr/>
        </p:nvSpPr>
        <p:spPr bwMode="auto">
          <a:xfrm>
            <a:off x="6096000" y="4159935"/>
            <a:ext cx="5599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MFL02 (MFL02.ino):</a:t>
            </a:r>
          </a:p>
        </p:txBody>
      </p:sp>
    </p:spTree>
    <p:extLst>
      <p:ext uri="{BB962C8B-B14F-4D97-AF65-F5344CB8AC3E}">
        <p14:creationId xmlns:p14="http://schemas.microsoft.com/office/powerpoint/2010/main" val="1666381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922C80-B72E-7394-FB15-403C27211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209" y="2176362"/>
            <a:ext cx="4885191" cy="47691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D2F155-9B60-C9A0-43F0-6DB30791CAB2}"/>
              </a:ext>
            </a:extLst>
          </p:cNvPr>
          <p:cNvSpPr txBox="1"/>
          <p:nvPr/>
        </p:nvSpPr>
        <p:spPr>
          <a:xfrm>
            <a:off x="766916" y="1481094"/>
            <a:ext cx="60939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Execute the same code MFL02.ino in the motion creative 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F57CA9-11BE-5321-D7CF-9F0B8CD7C025}"/>
              </a:ext>
            </a:extLst>
          </p:cNvPr>
          <p:cNvSpPr/>
          <p:nvPr/>
        </p:nvSpPr>
        <p:spPr>
          <a:xfrm>
            <a:off x="6857478" y="2176362"/>
            <a:ext cx="1812758" cy="214999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9D3F6E-A3BD-70C9-C3C6-7380A4944A38}"/>
              </a:ext>
            </a:extLst>
          </p:cNvPr>
          <p:cNvSpPr txBox="1"/>
          <p:nvPr/>
        </p:nvSpPr>
        <p:spPr>
          <a:xfrm>
            <a:off x="850079" y="2099255"/>
            <a:ext cx="4582768" cy="313932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r>
              <a:rPr lang="en-GB" dirty="0"/>
              <a:t>setup()</a:t>
            </a:r>
          </a:p>
          <a:p>
            <a:r>
              <a:rPr lang="en-GB" dirty="0"/>
              <a:t>    • Set motor driver pins as OUTPUT</a:t>
            </a:r>
          </a:p>
          <a:p>
            <a:r>
              <a:rPr lang="en-GB" dirty="0"/>
              <a:t>      (PWM pin, Direction pin 1, Direction pin 2)</a:t>
            </a:r>
          </a:p>
          <a:p>
            <a:r>
              <a:rPr lang="en-GB" dirty="0"/>
              <a:t>loop()</a:t>
            </a:r>
          </a:p>
          <a:p>
            <a:r>
              <a:rPr lang="en-GB" dirty="0"/>
              <a:t>    • Set motor speed (0–255)</a:t>
            </a:r>
          </a:p>
          <a:p>
            <a:r>
              <a:rPr lang="en-GB" dirty="0"/>
              <a:t>    • Run motor forward for 1 second</a:t>
            </a:r>
          </a:p>
          <a:p>
            <a:r>
              <a:rPr lang="en-GB" dirty="0"/>
              <a:t>    • Run motor backward for 1 second</a:t>
            </a:r>
          </a:p>
          <a:p>
            <a:r>
              <a:rPr lang="en-GB" dirty="0"/>
              <a:t>forward()</a:t>
            </a:r>
          </a:p>
          <a:p>
            <a:r>
              <a:rPr lang="en-GB" dirty="0"/>
              <a:t>    • Set direction pins for forward motion</a:t>
            </a:r>
          </a:p>
          <a:p>
            <a:r>
              <a:rPr lang="en-GB" dirty="0"/>
              <a:t>backward()</a:t>
            </a:r>
          </a:p>
          <a:p>
            <a:r>
              <a:rPr lang="en-GB" dirty="0"/>
              <a:t>    • Set direction pins for reverse motion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A4D6D7-32E4-5CA3-1E7A-57266DC7D82A}"/>
              </a:ext>
            </a:extLst>
          </p:cNvPr>
          <p:cNvSpPr txBox="1"/>
          <p:nvPr/>
        </p:nvSpPr>
        <p:spPr>
          <a:xfrm>
            <a:off x="766916" y="5521146"/>
            <a:ext cx="5063987" cy="120032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r>
              <a:rPr lang="en-GB" dirty="0">
                <a:hlinkClick r:id="rId3"/>
              </a:rPr>
              <a:t>https://github.com/info-zas/zas-robotics-motion/blob/main/01_FoundationProjects/MFL02/MFL02/MFL02.ino</a:t>
            </a:r>
            <a:endParaRPr lang="en-GB" dirty="0"/>
          </a:p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08C58-1FF5-FB63-9594-22053E049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9291D4-64F8-8FD7-547C-00202BE0E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7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54CDFF-81F3-3957-D625-A1D52E9744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5D55573-E8CE-B58A-8512-566B24B15789}"/>
              </a:ext>
            </a:extLst>
          </p:cNvPr>
          <p:cNvSpPr txBox="1">
            <a:spLocks/>
          </p:cNvSpPr>
          <p:nvPr/>
        </p:nvSpPr>
        <p:spPr>
          <a:xfrm>
            <a:off x="585079" y="322362"/>
            <a:ext cx="111939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MFL02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Direction Control DC Motor with TB6612 Motor Driver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9C0A06-B7E2-C221-3BB1-5924AAB16D6C}"/>
              </a:ext>
            </a:extLst>
          </p:cNvPr>
          <p:cNvSpPr txBox="1"/>
          <p:nvPr/>
        </p:nvSpPr>
        <p:spPr bwMode="auto">
          <a:xfrm>
            <a:off x="766916" y="5265083"/>
            <a:ext cx="3952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MFL02 (MFL02.ino):</a:t>
            </a:r>
          </a:p>
        </p:txBody>
      </p:sp>
    </p:spTree>
    <p:extLst>
      <p:ext uri="{BB962C8B-B14F-4D97-AF65-F5344CB8AC3E}">
        <p14:creationId xmlns:p14="http://schemas.microsoft.com/office/powerpoint/2010/main" val="3391015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1F2E2-4B9D-2BAA-47F8-B6E82A574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Applications of DC Motors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D2B50-DF9A-7A91-40CB-E81D3C981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1E7AD5-A2EE-D765-CB40-362410CC2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8</a:t>
            </a:fld>
            <a:endParaRPr lang="en-GB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30825BE-5B64-6265-6D3E-469D433FE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822916"/>
            <a:ext cx="799106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Applications of DC Motors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Electric vehicles and battery-powered vehicles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Fans, blowers, and cooling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Conveyor belts and material handling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Toys and small household appliances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Pumps and compressors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Robotics and simple motion control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DC motors are widely used for applications requiring continuous rotation and speed control.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8" name="Picture 7" descr="A close-up of a car chassis&#10;&#10;AI-generated content may be incorrect.">
            <a:extLst>
              <a:ext uri="{FF2B5EF4-FFF2-40B4-BE49-F238E27FC236}">
                <a16:creationId xmlns:a16="http://schemas.microsoft.com/office/drawing/2014/main" id="{4D5DD57E-1475-C13A-F7D8-D26F88F41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989" y="1910936"/>
            <a:ext cx="4262011" cy="279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564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423</Words>
  <Application>Microsoft Office PowerPoint</Application>
  <PresentationFormat>Widescreen</PresentationFormat>
  <Paragraphs>88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MFL02 :  Direction Control DC Motor with TB6612 Motor Driver</vt:lpstr>
      <vt:lpstr>PowerPoint Presentation</vt:lpstr>
      <vt:lpstr>PowerPoint Presentation</vt:lpstr>
      <vt:lpstr>PowerPoint Presentation</vt:lpstr>
      <vt:lpstr>PowerPoint Presentation</vt:lpstr>
      <vt:lpstr>Applications of DC Motors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10</cp:revision>
  <dcterms:created xsi:type="dcterms:W3CDTF">2025-12-15T22:48:27Z</dcterms:created>
  <dcterms:modified xsi:type="dcterms:W3CDTF">2025-12-26T19:07:02Z</dcterms:modified>
</cp:coreProperties>
</file>