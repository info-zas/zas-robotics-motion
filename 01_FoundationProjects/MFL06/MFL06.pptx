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54" r:id="rId5"/>
    <p:sldId id="55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6/MFL06/MFL06.in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info-zas/zas-robotics-motion/blob/main/01_FoundationProjects/MFL06/MFL06/MFL06.in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2" y="3641367"/>
            <a:ext cx="9832258" cy="1655762"/>
          </a:xfrm>
        </p:spPr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MFL06)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MFL06: Stepper Motor Control with Accelerometer MPU6050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698" y="2076725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4604105"/>
            <a:ext cx="2832863" cy="1949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24" y="2544747"/>
            <a:ext cx="2160798" cy="25931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95DFFD-7192-AA42-176A-8F9F2CDDA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4288" y="2076725"/>
            <a:ext cx="1154912" cy="1599589"/>
          </a:xfrm>
          <a:prstGeom prst="rect">
            <a:avLst/>
          </a:prstGeom>
        </p:spPr>
      </p:pic>
      <p:pic>
        <p:nvPicPr>
          <p:cNvPr id="13" name="Picture 12" descr="A small motor with wires&#10;&#10;AI-generated content may be incorrect.">
            <a:extLst>
              <a:ext uri="{FF2B5EF4-FFF2-40B4-BE49-F238E27FC236}">
                <a16:creationId xmlns:a16="http://schemas.microsoft.com/office/drawing/2014/main" id="{21360582-137C-436C-5360-40C9B561FD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0975" y="1916184"/>
            <a:ext cx="2209992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7031990" y="2445206"/>
            <a:ext cx="4309253" cy="120032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https://github.com/info-zas/zas-robotics-motion/blob/main/01_FoundationProjects/MFL06/MFL06/MFL06.ino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1952A-9825-9A94-1240-15F95EA276B5}"/>
              </a:ext>
            </a:extLst>
          </p:cNvPr>
          <p:cNvSpPr txBox="1"/>
          <p:nvPr/>
        </p:nvSpPr>
        <p:spPr bwMode="auto">
          <a:xfrm>
            <a:off x="6943591" y="1938100"/>
            <a:ext cx="559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MFL06 (MFL06.ino):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11EEBBC-9275-6091-2F9B-01A50860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F8D58-DF02-04DA-6C0C-DEF50817A6B2}"/>
              </a:ext>
            </a:extLst>
          </p:cNvPr>
          <p:cNvSpPr txBox="1"/>
          <p:nvPr/>
        </p:nvSpPr>
        <p:spPr>
          <a:xfrm>
            <a:off x="599768" y="1907862"/>
            <a:ext cx="5889522" cy="424731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Include required libraries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Wire library for I2C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MPU6050 sensor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Stepper motor library</a:t>
            </a:r>
          </a:p>
          <a:p>
            <a:pPr>
              <a:buNone/>
            </a:pPr>
            <a:r>
              <a:rPr lang="en-GB" b="1" dirty="0"/>
              <a:t>setup()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I2C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Initialize MPU6050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stepper motor speed</a:t>
            </a:r>
          </a:p>
          <a:p>
            <a:pPr>
              <a:buNone/>
            </a:pPr>
            <a:r>
              <a:rPr lang="en-GB" b="1" dirty="0"/>
              <a:t>loop()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accelerometer X-axis value from MPU6050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Rotate stepper motor clockwise when X value is positive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Rotate stepper motor anticlockwise when X value is negative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Stop motor when the sensor is in neutral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Repeat continuously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(MFL05.ino) in the motion creative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4551-EBEB-F0C1-E417-FCBD36193F47}"/>
              </a:ext>
            </a:extLst>
          </p:cNvPr>
          <p:cNvSpPr txBox="1"/>
          <p:nvPr/>
        </p:nvSpPr>
        <p:spPr>
          <a:xfrm>
            <a:off x="479056" y="3241011"/>
            <a:ext cx="4885191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https://github.com/info-zas/zas-robotics-motion/blob/main/01_FoundationProjects/MFL06/MFL06/MFL06.ino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948" y="1449471"/>
            <a:ext cx="5470956" cy="5327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7796981" y="5714665"/>
            <a:ext cx="1207871" cy="84909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F63D9-889B-6E8C-8283-4FAE5E2DB6B6}"/>
              </a:ext>
            </a:extLst>
          </p:cNvPr>
          <p:cNvSpPr txBox="1"/>
          <p:nvPr/>
        </p:nvSpPr>
        <p:spPr bwMode="auto">
          <a:xfrm>
            <a:off x="479056" y="2602026"/>
            <a:ext cx="3783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MFL06 (MFL06.ino):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MFL06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Accelerometer MPU6050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CDE97-84C3-1876-82AC-C63AC20F50A3}"/>
              </a:ext>
            </a:extLst>
          </p:cNvPr>
          <p:cNvSpPr/>
          <p:nvPr/>
        </p:nvSpPr>
        <p:spPr>
          <a:xfrm>
            <a:off x="9640530" y="3241012"/>
            <a:ext cx="2072414" cy="194494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221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MFL06 : Stepper Motor Control with Accelerometer MPU6050</vt:lpstr>
      <vt:lpstr>MFL06 : Stepper Motor Control with Accelerometer MPU6050</vt:lpstr>
      <vt:lpstr>MFL06 : Stepper Motor Control with Accelerometer MPU6050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31</cp:revision>
  <dcterms:created xsi:type="dcterms:W3CDTF">2025-12-15T22:48:27Z</dcterms:created>
  <dcterms:modified xsi:type="dcterms:W3CDTF">2025-12-26T19:12:19Z</dcterms:modified>
</cp:coreProperties>
</file>