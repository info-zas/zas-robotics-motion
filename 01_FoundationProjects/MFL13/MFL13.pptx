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4" r:id="rId4"/>
    <p:sldId id="5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26/12/2025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13/MFL13/MFL13.in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MFL13)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MFL13: Introduction to Neo-6M GPS Module</a:t>
            </a:r>
            <a:endParaRPr lang="en-GB" sz="3600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231A1-0766-5672-4948-6E397DDDC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MFL13 : </a:t>
            </a:r>
            <a:r>
              <a:rPr lang="en-US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NeoPixel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Strip Control with Rotary Encoder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3EFCA-E3AB-AEA4-5037-53A1BE723E2A}"/>
              </a:ext>
            </a:extLst>
          </p:cNvPr>
          <p:cNvSpPr txBox="1"/>
          <p:nvPr/>
        </p:nvSpPr>
        <p:spPr>
          <a:xfrm>
            <a:off x="7323964" y="1818201"/>
            <a:ext cx="3747159" cy="3970318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Include required library</a:t>
            </a:r>
            <a:endParaRPr lang="en-GB" dirty="0"/>
          </a:p>
          <a:p>
            <a:r>
              <a:rPr lang="en-GB" dirty="0"/>
              <a:t>Adafruit </a:t>
            </a:r>
            <a:r>
              <a:rPr lang="en-GB" dirty="0" err="1"/>
              <a:t>NeoPixel</a:t>
            </a:r>
            <a:r>
              <a:rPr lang="en-GB" dirty="0"/>
              <a:t> library</a:t>
            </a:r>
          </a:p>
          <a:p>
            <a:r>
              <a:rPr lang="en-GB" b="1" dirty="0"/>
              <a:t>Define pin connections</a:t>
            </a:r>
            <a:endParaRPr lang="en-GB" dirty="0"/>
          </a:p>
          <a:p>
            <a:r>
              <a:rPr lang="en-GB" dirty="0" err="1"/>
              <a:t>NeoPixel</a:t>
            </a:r>
            <a:r>
              <a:rPr lang="en-GB" dirty="0"/>
              <a:t> data pin</a:t>
            </a:r>
          </a:p>
          <a:p>
            <a:r>
              <a:rPr lang="en-GB" dirty="0"/>
              <a:t>Rotary encoder CLK and DT pins</a:t>
            </a:r>
          </a:p>
          <a:p>
            <a:r>
              <a:rPr lang="en-GB" b="1" dirty="0"/>
              <a:t>setup()</a:t>
            </a:r>
            <a:endParaRPr lang="en-GB" dirty="0"/>
          </a:p>
          <a:p>
            <a:r>
              <a:rPr lang="en-GB" dirty="0"/>
              <a:t>Initialize </a:t>
            </a:r>
            <a:r>
              <a:rPr lang="en-GB" dirty="0" err="1"/>
              <a:t>NeoPixel</a:t>
            </a:r>
            <a:r>
              <a:rPr lang="en-GB" dirty="0"/>
              <a:t> strip</a:t>
            </a:r>
          </a:p>
          <a:p>
            <a:r>
              <a:rPr lang="en-GB" dirty="0"/>
              <a:t>Set brightness</a:t>
            </a:r>
          </a:p>
          <a:p>
            <a:r>
              <a:rPr lang="en-GB" dirty="0"/>
              <a:t>Read initial encoder state</a:t>
            </a:r>
          </a:p>
          <a:p>
            <a:r>
              <a:rPr lang="en-GB" b="1" dirty="0"/>
              <a:t>loop()</a:t>
            </a:r>
            <a:endParaRPr lang="en-GB" dirty="0"/>
          </a:p>
          <a:p>
            <a:r>
              <a:rPr lang="en-GB" dirty="0"/>
              <a:t>Detect rotary encoder rotation</a:t>
            </a:r>
          </a:p>
          <a:p>
            <a:r>
              <a:rPr lang="en-GB" dirty="0"/>
              <a:t>Change </a:t>
            </a:r>
            <a:r>
              <a:rPr lang="en-GB" dirty="0" err="1"/>
              <a:t>color</a:t>
            </a:r>
            <a:r>
              <a:rPr lang="en-GB" dirty="0"/>
              <a:t> index based on direction</a:t>
            </a:r>
          </a:p>
          <a:p>
            <a:r>
              <a:rPr lang="en-GB" dirty="0"/>
              <a:t>Update </a:t>
            </a:r>
            <a:r>
              <a:rPr lang="en-GB" dirty="0" err="1"/>
              <a:t>NeoPixel</a:t>
            </a:r>
            <a:r>
              <a:rPr lang="en-GB" dirty="0"/>
              <a:t> strip </a:t>
            </a:r>
            <a:r>
              <a:rPr lang="en-GB" dirty="0" err="1"/>
              <a:t>color</a:t>
            </a:r>
            <a:endParaRPr lang="en-GB" dirty="0"/>
          </a:p>
          <a:p>
            <a:r>
              <a:rPr lang="en-GB" dirty="0"/>
              <a:t>Repeat continuously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7F911D-E834-7EFE-901D-B22BE4774EDF}"/>
              </a:ext>
            </a:extLst>
          </p:cNvPr>
          <p:cNvSpPr txBox="1"/>
          <p:nvPr/>
        </p:nvSpPr>
        <p:spPr>
          <a:xfrm>
            <a:off x="946355" y="1818201"/>
            <a:ext cx="35170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Place the </a:t>
            </a:r>
            <a:r>
              <a:rPr lang="en-US" sz="2400" b="1" dirty="0" err="1"/>
              <a:t>NeoPixel</a:t>
            </a:r>
            <a:r>
              <a:rPr lang="en-US" sz="2400" b="1" dirty="0"/>
              <a:t> strip in J15.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35BD40-5C56-3613-2E18-F969409B63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6859146" y="1542997"/>
            <a:ext cx="4711093" cy="51340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MFL13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Introduction to Neo-6M GPS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</a:t>
            </a:r>
            <a:r>
              <a:rPr lang="en-GB" sz="1800" b="1"/>
              <a:t>(MFL13.</a:t>
            </a:r>
            <a:r>
              <a:rPr lang="en-GB" sz="1800" b="1" dirty="0"/>
              <a:t>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D88451-50BB-6355-86EB-B8B091180342}"/>
              </a:ext>
            </a:extLst>
          </p:cNvPr>
          <p:cNvSpPr/>
          <p:nvPr/>
        </p:nvSpPr>
        <p:spPr>
          <a:xfrm>
            <a:off x="8822724" y="1690688"/>
            <a:ext cx="1575195" cy="1941971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EA879-3B28-A900-98F3-35D34AC82559}"/>
              </a:ext>
            </a:extLst>
          </p:cNvPr>
          <p:cNvSpPr txBox="1"/>
          <p:nvPr/>
        </p:nvSpPr>
        <p:spPr>
          <a:xfrm>
            <a:off x="657280" y="2274838"/>
            <a:ext cx="501688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Place Neo-6M GPS Module in J21.</a:t>
            </a:r>
          </a:p>
          <a:p>
            <a:endParaRPr lang="en-US" sz="2400" b="1" dirty="0"/>
          </a:p>
          <a:p>
            <a:r>
              <a:rPr lang="en-US" sz="2400" b="1" dirty="0"/>
              <a:t>Note: Make sure the module is not plugged while uploading the code</a:t>
            </a:r>
          </a:p>
          <a:p>
            <a:endParaRPr lang="en-US" sz="2400" b="1" dirty="0"/>
          </a:p>
          <a:p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969C92-8EBC-2647-A20B-5552F322C026}"/>
              </a:ext>
            </a:extLst>
          </p:cNvPr>
          <p:cNvSpPr txBox="1"/>
          <p:nvPr/>
        </p:nvSpPr>
        <p:spPr>
          <a:xfrm>
            <a:off x="657280" y="3992428"/>
            <a:ext cx="4309253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MFL13 </a:t>
            </a:r>
            <a:r>
              <a:rPr lang="sv-SE" b="1" dirty="0"/>
              <a:t>(MFL13.ino):</a:t>
            </a:r>
          </a:p>
          <a:p>
            <a:r>
              <a:rPr lang="en-GB" b="1" dirty="0">
                <a:hlinkClick r:id="rId4"/>
              </a:rPr>
              <a:t>https://github.com/info-zas/zas-robotics-motion/blob/main/01_FoundationProjects/MFL13/MFL13/MFL13.ino</a:t>
            </a:r>
            <a:endParaRPr lang="en-GB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851129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175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MFL13 : NeoPixel Strip Control with Rotary Encoder</vt:lpstr>
      <vt:lpstr>MFL13 : Introduction to Neo-6M GPS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25</cp:revision>
  <dcterms:created xsi:type="dcterms:W3CDTF">2025-12-15T22:48:27Z</dcterms:created>
  <dcterms:modified xsi:type="dcterms:W3CDTF">2025-12-26T19:52:27Z</dcterms:modified>
</cp:coreProperties>
</file>