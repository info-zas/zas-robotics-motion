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4" r:id="rId4"/>
    <p:sldId id="553" r:id="rId5"/>
    <p:sldId id="562" r:id="rId6"/>
    <p:sldId id="5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14_Ultrasonic_Pollution/MFL14_Ultrasonic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14_Ultrasonic_Pollution/MFL14_Ultrasonic_Pollu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MFL14)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MFL14: Free Connector and Mini Bread Board Usage (Ultrasonic and Pollution Sensor)</a:t>
            </a:r>
            <a:endParaRPr lang="en-GB" sz="3600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231A1-0766-5672-4948-6E397DDDC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MFL14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Free Connector: Ultrasonic Sensor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7F911D-E834-7EFE-901D-B22BE4774EDF}"/>
              </a:ext>
            </a:extLst>
          </p:cNvPr>
          <p:cNvSpPr txBox="1"/>
          <p:nvPr/>
        </p:nvSpPr>
        <p:spPr>
          <a:xfrm>
            <a:off x="960172" y="1777528"/>
            <a:ext cx="50168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Ultrasonic Sensor Module in J25.</a:t>
            </a:r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EBCECE-51E9-5759-9E06-07E0330072F2}"/>
              </a:ext>
            </a:extLst>
          </p:cNvPr>
          <p:cNvSpPr txBox="1"/>
          <p:nvPr/>
        </p:nvSpPr>
        <p:spPr>
          <a:xfrm>
            <a:off x="7505402" y="1240872"/>
            <a:ext cx="3726426" cy="563231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Include required libraries</a:t>
            </a:r>
          </a:p>
          <a:p>
            <a:r>
              <a:rPr lang="en-GB" dirty="0"/>
              <a:t>Wire, Adafruit GFX, Adafruit SSD1306</a:t>
            </a:r>
          </a:p>
          <a:p>
            <a:r>
              <a:rPr lang="en-GB" dirty="0"/>
              <a:t>Define pin connections</a:t>
            </a:r>
          </a:p>
          <a:p>
            <a:r>
              <a:rPr lang="en-GB" dirty="0"/>
              <a:t>Ultrasonic trigger pin</a:t>
            </a:r>
          </a:p>
          <a:p>
            <a:r>
              <a:rPr lang="en-GB" dirty="0"/>
              <a:t>Ultrasonic echo pin</a:t>
            </a:r>
          </a:p>
          <a:p>
            <a:endParaRPr lang="en-GB" dirty="0"/>
          </a:p>
          <a:p>
            <a:r>
              <a:rPr lang="en-GB" dirty="0"/>
              <a:t>setup()</a:t>
            </a:r>
          </a:p>
          <a:p>
            <a:r>
              <a:rPr lang="en-GB" dirty="0"/>
              <a:t>Configure ultrasonic pins</a:t>
            </a:r>
          </a:p>
          <a:p>
            <a:r>
              <a:rPr lang="en-GB" dirty="0"/>
              <a:t>Initialize Serial</a:t>
            </a:r>
          </a:p>
          <a:p>
            <a:r>
              <a:rPr lang="en-GB" dirty="0"/>
              <a:t>Initialize OLED display</a:t>
            </a:r>
          </a:p>
          <a:p>
            <a:r>
              <a:rPr lang="en-GB" dirty="0"/>
              <a:t>loop()</a:t>
            </a:r>
          </a:p>
          <a:p>
            <a:r>
              <a:rPr lang="en-GB" dirty="0"/>
              <a:t>Measure distance</a:t>
            </a:r>
          </a:p>
          <a:p>
            <a:r>
              <a:rPr lang="en-GB" dirty="0"/>
              <a:t>Display distance on OLED</a:t>
            </a:r>
          </a:p>
          <a:p>
            <a:r>
              <a:rPr lang="en-GB" dirty="0"/>
              <a:t>Print distance to Serial</a:t>
            </a:r>
          </a:p>
          <a:p>
            <a:r>
              <a:rPr lang="en-GB" dirty="0"/>
              <a:t>Repeat continuously</a:t>
            </a:r>
          </a:p>
          <a:p>
            <a:r>
              <a:rPr lang="en-GB" dirty="0" err="1"/>
              <a:t>getDistance</a:t>
            </a:r>
            <a:r>
              <a:rPr lang="en-GB" dirty="0"/>
              <a:t>()</a:t>
            </a:r>
          </a:p>
          <a:p>
            <a:r>
              <a:rPr lang="en-GB" dirty="0"/>
              <a:t>Trigger ultrasonic sensor</a:t>
            </a:r>
          </a:p>
          <a:p>
            <a:r>
              <a:rPr lang="en-GB" dirty="0"/>
              <a:t>Read echo duration</a:t>
            </a:r>
          </a:p>
          <a:p>
            <a:r>
              <a:rPr lang="en-GB" dirty="0"/>
              <a:t>Convert to distance (cm)</a:t>
            </a:r>
          </a:p>
          <a:p>
            <a:r>
              <a:rPr lang="en-GB" dirty="0"/>
              <a:t>Return value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2782E3-9D03-ACD1-F8D4-34C7D1C12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442520" y="1466471"/>
            <a:ext cx="5466850" cy="5316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MFL14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Free Connector: Ultrasonic Sensor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D88451-50BB-6355-86EB-B8B091180342}"/>
              </a:ext>
            </a:extLst>
          </p:cNvPr>
          <p:cNvSpPr/>
          <p:nvPr/>
        </p:nvSpPr>
        <p:spPr>
          <a:xfrm>
            <a:off x="9501533" y="4916028"/>
            <a:ext cx="1575195" cy="194197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97FD4F-E915-CA71-50CA-2DF40722E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497809"/>
              </p:ext>
            </p:extLst>
          </p:nvPr>
        </p:nvGraphicFramePr>
        <p:xfrm>
          <a:off x="1090010" y="2367280"/>
          <a:ext cx="273336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Ultrasonic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2FB258-0258-EA62-E111-565F99EBCBA4}"/>
              </a:ext>
            </a:extLst>
          </p:cNvPr>
          <p:cNvSpPr txBox="1"/>
          <p:nvPr/>
        </p:nvSpPr>
        <p:spPr>
          <a:xfrm>
            <a:off x="838200" y="5003688"/>
            <a:ext cx="4309253" cy="17543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MFL14 </a:t>
            </a:r>
            <a:r>
              <a:rPr lang="sv-SE" b="1" dirty="0"/>
              <a:t>(</a:t>
            </a:r>
            <a:r>
              <a:rPr lang="en-GB" b="1" dirty="0"/>
              <a:t>MFL14_Ultrasonic</a:t>
            </a:r>
            <a:r>
              <a:rPr lang="sv-SE" b="1" dirty="0"/>
              <a:t>.ino):</a:t>
            </a:r>
          </a:p>
          <a:p>
            <a:r>
              <a:rPr lang="en-GB" b="1" dirty="0">
                <a:hlinkClick r:id="rId4"/>
              </a:rPr>
              <a:t>https://github.com/info-zas/zas-robotics-motion/tree/main/01_FoundationProjects/MFL14_Ultrasonic_Pollution/MFL14_Ultrasonic</a:t>
            </a:r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ED0D-9892-5445-A1A4-9E728975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MFL14_a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Mini Breadboard: MQ-135 Sensor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F3CAE-F713-9A39-ED74-934A04AE8905}"/>
              </a:ext>
            </a:extLst>
          </p:cNvPr>
          <p:cNvSpPr txBox="1"/>
          <p:nvPr/>
        </p:nvSpPr>
        <p:spPr>
          <a:xfrm>
            <a:off x="838200" y="1614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Place </a:t>
            </a:r>
            <a:r>
              <a:rPr lang="en-US" b="1" dirty="0"/>
              <a:t>MQ-135 Air Quality Sensor in the Mini Breadboard.</a:t>
            </a: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3E191-546E-673B-185A-35B658058663}"/>
              </a:ext>
            </a:extLst>
          </p:cNvPr>
          <p:cNvSpPr txBox="1"/>
          <p:nvPr/>
        </p:nvSpPr>
        <p:spPr>
          <a:xfrm>
            <a:off x="7197213" y="365125"/>
            <a:ext cx="4483510" cy="646330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Include required libraries</a:t>
            </a:r>
          </a:p>
          <a:p>
            <a:r>
              <a:rPr lang="en-GB" dirty="0"/>
              <a:t>Wire, Adafruit GFX, Adafruit SSD1306</a:t>
            </a:r>
          </a:p>
          <a:p>
            <a:r>
              <a:rPr lang="en-GB" dirty="0"/>
              <a:t>Define pin connections</a:t>
            </a:r>
          </a:p>
          <a:p>
            <a:r>
              <a:rPr lang="en-GB" dirty="0"/>
              <a:t>Ultrasonic trigger and echo pins</a:t>
            </a:r>
          </a:p>
          <a:p>
            <a:r>
              <a:rPr lang="en-GB" dirty="0"/>
              <a:t>MQ135 air quality sensor pin</a:t>
            </a:r>
          </a:p>
          <a:p>
            <a:endParaRPr lang="en-GB" dirty="0"/>
          </a:p>
          <a:p>
            <a:r>
              <a:rPr lang="en-GB" dirty="0"/>
              <a:t>setup()</a:t>
            </a:r>
          </a:p>
          <a:p>
            <a:r>
              <a:rPr lang="en-GB" dirty="0"/>
              <a:t>Configure sensor pins</a:t>
            </a:r>
          </a:p>
          <a:p>
            <a:r>
              <a:rPr lang="en-GB" dirty="0"/>
              <a:t>Initialize Serial communication</a:t>
            </a:r>
          </a:p>
          <a:p>
            <a:r>
              <a:rPr lang="en-GB" dirty="0"/>
              <a:t>Initialize OLED display</a:t>
            </a:r>
          </a:p>
          <a:p>
            <a:endParaRPr lang="en-GB" dirty="0"/>
          </a:p>
          <a:p>
            <a:r>
              <a:rPr lang="en-GB" dirty="0"/>
              <a:t>loop()</a:t>
            </a:r>
          </a:p>
          <a:p>
            <a:r>
              <a:rPr lang="en-GB" dirty="0"/>
              <a:t>Read distance from ultrasonic sensor</a:t>
            </a:r>
          </a:p>
          <a:p>
            <a:r>
              <a:rPr lang="en-GB" dirty="0"/>
              <a:t>Read air quality value from MQ135</a:t>
            </a:r>
          </a:p>
          <a:p>
            <a:r>
              <a:rPr lang="en-GB" dirty="0"/>
              <a:t>Print sensor values to Serial Monitor</a:t>
            </a:r>
          </a:p>
          <a:p>
            <a:r>
              <a:rPr lang="en-GB" dirty="0"/>
              <a:t>Display distance and pollution values on OLED</a:t>
            </a:r>
          </a:p>
          <a:p>
            <a:r>
              <a:rPr lang="en-GB" dirty="0"/>
              <a:t>Repeat continuously</a:t>
            </a:r>
          </a:p>
          <a:p>
            <a:endParaRPr lang="en-GB" dirty="0"/>
          </a:p>
          <a:p>
            <a:r>
              <a:rPr lang="en-GB" dirty="0" err="1"/>
              <a:t>getDistance</a:t>
            </a:r>
            <a:r>
              <a:rPr lang="en-GB" dirty="0"/>
              <a:t>()</a:t>
            </a:r>
          </a:p>
          <a:p>
            <a:r>
              <a:rPr lang="en-GB" dirty="0"/>
              <a:t>Trigger ultrasonic sensor</a:t>
            </a:r>
          </a:p>
          <a:p>
            <a:r>
              <a:rPr lang="en-GB" dirty="0"/>
              <a:t>Measure echo duration</a:t>
            </a:r>
          </a:p>
          <a:p>
            <a:r>
              <a:rPr lang="en-GB" dirty="0"/>
              <a:t>Convert duration to distance (cm)</a:t>
            </a:r>
          </a:p>
          <a:p>
            <a:r>
              <a:rPr lang="en-GB" dirty="0"/>
              <a:t>Return distance value</a:t>
            </a:r>
          </a:p>
        </p:txBody>
      </p:sp>
    </p:spTree>
    <p:extLst>
      <p:ext uri="{BB962C8B-B14F-4D97-AF65-F5344CB8AC3E}">
        <p14:creationId xmlns:p14="http://schemas.microsoft.com/office/powerpoint/2010/main" val="317265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0D8B-5BF6-5C2C-DD7A-805F86B5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0E6162-4ED4-13E4-EC99-BE5C16892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540225" y="1271878"/>
            <a:ext cx="5348939" cy="55032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39575A-AEAD-81E4-14E6-B4C49A7F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MFL14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Mini Breadboard: MQ-135 Sensor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BB298-24E6-4876-ECFE-F320B59D0E5A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62FC5-C72C-ED19-2230-BF53224B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9B111-E10D-CB4E-5E65-F5E7E64B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260954-20D7-B4F5-3BEC-95EB2E76D9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1C51E0-8D2B-9194-4ED2-560F90D5DF62}"/>
              </a:ext>
            </a:extLst>
          </p:cNvPr>
          <p:cNvSpPr/>
          <p:nvPr/>
        </p:nvSpPr>
        <p:spPr>
          <a:xfrm>
            <a:off x="9779940" y="5121161"/>
            <a:ext cx="1575195" cy="98185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B10EF-A88B-EA2E-DA23-E35F04D6D990}"/>
              </a:ext>
            </a:extLst>
          </p:cNvPr>
          <p:cNvSpPr/>
          <p:nvPr/>
        </p:nvSpPr>
        <p:spPr>
          <a:xfrm>
            <a:off x="8427096" y="4023519"/>
            <a:ext cx="1575195" cy="98185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F01522-E6FC-F740-B7A4-95826CFB7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688632"/>
              </p:ext>
            </p:extLst>
          </p:nvPr>
        </p:nvGraphicFramePr>
        <p:xfrm>
          <a:off x="1276823" y="2824639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MQ-135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54C25F-0D59-0A73-0C5F-663F308C669B}"/>
              </a:ext>
            </a:extLst>
          </p:cNvPr>
          <p:cNvSpPr txBox="1"/>
          <p:nvPr/>
        </p:nvSpPr>
        <p:spPr>
          <a:xfrm>
            <a:off x="838200" y="5003688"/>
            <a:ext cx="4309253" cy="17543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MFL14 </a:t>
            </a:r>
            <a:r>
              <a:rPr lang="sv-SE" b="1" dirty="0"/>
              <a:t>(.ino):</a:t>
            </a:r>
          </a:p>
          <a:p>
            <a:r>
              <a:rPr lang="en-GB" b="1" dirty="0">
                <a:hlinkClick r:id="rId4"/>
              </a:rPr>
              <a:t>https://github.com/info-zas/zas-robotics-motion/tree/main/01_FoundationProjects/MFL14_Ultrasonic_Pollution/MFL14_Ultrasonic_Pollution</a:t>
            </a:r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959595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353</Words>
  <Application>Microsoft Office PowerPoint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MFL14 : Free Connector: Ultrasonic Sensor</vt:lpstr>
      <vt:lpstr>MFL14 : Free Connector: Ultrasonic Sensor</vt:lpstr>
      <vt:lpstr>MFL14_a :  Mini Breadboard: MQ-135 Sensor</vt:lpstr>
      <vt:lpstr>MFL14 :  Mini Breadboard: MQ-135 Sensor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35</cp:revision>
  <dcterms:created xsi:type="dcterms:W3CDTF">2025-12-15T22:48:27Z</dcterms:created>
  <dcterms:modified xsi:type="dcterms:W3CDTF">2026-01-18T00:58:35Z</dcterms:modified>
</cp:coreProperties>
</file>