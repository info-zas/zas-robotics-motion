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561" r:id="rId3"/>
    <p:sldId id="554" r:id="rId4"/>
    <p:sldId id="553" r:id="rId5"/>
    <p:sldId id="562" r:id="rId6"/>
    <p:sldId id="5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A2F86-F018-07A4-84F1-52823A0DAC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F94945-8A4A-B89E-20EE-CED3B09E56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82CEF-73B0-B114-17D9-FD9CFBDB1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DF3B9-AF4C-79AC-69E5-3FC88C3F6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62339-9E4C-3C72-3840-3F59CF5A6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8660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9C85-8CC8-C502-D9BD-818887798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9D557-0941-3C03-A0EB-6FE533DBB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2F304-F8E8-03F3-1473-9675C79F8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E13BC-1F7A-01CE-6933-6123A0E20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25E2F-4221-3FBB-5CA9-CB06EB243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4750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35EAC-9D8F-984C-5F6F-D44D78F51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CF8EE-9651-00E1-0047-7778BAA52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3E7B9-F204-1F38-6180-1012050F3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33031-E006-FDDA-90C5-6B4FAE43C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B437F-9D5D-8126-E6D2-97ADD3A42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5862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FE436-A01E-E2E9-7E18-8676C31F6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4EF18-CF9F-A1AB-96C9-8F301991C1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B1F3F-C804-8B04-9089-B1398E417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DB9D92-2C72-A151-8714-6022EEA8F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FA464E-0729-A1AA-C908-9799256E0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64CDDE-89B2-B95A-172E-FECE1CD02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6251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8B5A0-72AD-1DDC-A234-35AC72C6F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26CE9-F8DA-52F6-BF78-687D4B251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36D1C3-0770-F658-2647-2E52C4964A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6F3F53-A490-3C3C-E723-12135D9585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2E8664-8847-28E1-C46A-2508C60705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021AB1-DA58-23E9-5406-7E9C3A4A3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22B9E8-5B2B-777C-F8DA-0323F0EFE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75FE93-AA89-29A7-CEB7-9C61150A6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6269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4387-9B35-4330-B5EE-B487A30F5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8453F9-B4BD-8150-AA72-B46835FC3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F7FF8-4405-B091-7252-CDAB7BCD7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76D510-8080-308F-BF18-6029CB661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6621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5B337C-CAB8-3420-B338-703C4293F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119144-7632-D6D4-488D-9CD181B44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916C5-B3B3-0445-D064-60E6852B3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5600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46796-8159-F1F0-4950-5C9AB88AA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BE95C-0B48-D39C-1AD1-D609D277A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3276B-9214-85C0-340D-2C507AF03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23F23C-EABC-14C6-4722-60517C54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8906D2-CCDE-B73B-19F4-6536B7B3B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F9A00-CF7A-F7C1-97CB-D906215E4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2311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70843-A785-2541-37C6-B505BBFB0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80070E-F261-BCDC-3012-5F23296D87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D5E56C-D840-AD20-B2F3-032B35FC05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35A2E7-5A13-71DE-E1B0-8600E1D1F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98A68-63E2-F500-D96D-FCC6B8AF0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CD5C86-0C1F-F7D8-5727-363DE0D63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9841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DEF27-1BA6-FD09-88BB-573B3B3EC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4D442B-2C5A-42CA-3835-72529F6686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DE8B8-289E-8925-3A49-62AFA3A7D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2A8E2-C62D-7FBE-5F8D-F60EDEA38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056AD-4328-E9F8-E466-3C5820D62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0556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EA4C10-D097-636E-DB3E-F4D2C1D24A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1E8D57-72F0-AFD6-F020-0A42C206CA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AC474-2C3A-7997-8052-E8E9A04C3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40EBA-B5F4-3F4E-C8DA-554E3ED2F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2069E-279E-D105-B612-C748792CA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6845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65487B-84A7-B736-BF5A-C2B803265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11B38-50A9-9AC9-289A-21443F139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4DB94-94D0-0729-8FCA-F4D89ACC45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39CCE-83E9-1BA5-A2CB-01A1AB45E5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A0CD5-E6BE-0CA8-E6B1-FD23463C9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2856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info-zas/zas-robotics-motion/blob/main/01_FoundationProjects/MFL14/MFL14/MFL14.ino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info-zas/zas-robotics-motion/blob/main/01_FoundationProjects/MFL14/MFL14_a/MFL14_a.in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3085-A2D2-7D5C-B934-F2C3DCCEEE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Motion Kit (Kit 2)</a:t>
            </a:r>
            <a:endParaRPr lang="en-GB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34C40-3026-31E4-C761-275DD9A0E7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sz="3600" b="1" dirty="0">
                <a:solidFill>
                  <a:srgbClr val="00B0F0"/>
                </a:solidFill>
              </a:rPr>
              <a:t>Motion Foundation Lessons (MFL)</a:t>
            </a:r>
          </a:p>
          <a:p>
            <a:r>
              <a:rPr lang="en-GB" sz="3600" b="1" dirty="0">
                <a:solidFill>
                  <a:srgbClr val="00B0F0"/>
                </a:solidFill>
              </a:rPr>
              <a:t>(Lesson Ref: MFL14)</a:t>
            </a:r>
          </a:p>
          <a:p>
            <a:r>
              <a:rPr lang="en-US" sz="3600" b="1" dirty="0">
                <a:solidFill>
                  <a:srgbClr val="7030A0"/>
                </a:solidFill>
              </a:rPr>
              <a:t>MFL14: Free Connector and Mini Bread Board Usage (Ultrasonic and Pollution Sensor)</a:t>
            </a:r>
            <a:endParaRPr lang="en-GB" sz="3600" b="1" dirty="0">
              <a:solidFill>
                <a:srgbClr val="00B0F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1231A1-0766-5672-4948-6E397DDDCA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371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B05A1-8163-931A-0AC5-4711F7A42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882" y="9592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Motion Kit : Contents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FAB8725-30A7-DF06-3E6C-C3098D29C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80" y="1515540"/>
            <a:ext cx="5564757" cy="442142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02A98CD-9552-64C0-7C52-1BEE0A11E89A}"/>
              </a:ext>
            </a:extLst>
          </p:cNvPr>
          <p:cNvSpPr txBox="1"/>
          <p:nvPr/>
        </p:nvSpPr>
        <p:spPr>
          <a:xfrm>
            <a:off x="8308258" y="6053550"/>
            <a:ext cx="2355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Motion Creative Board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73E46A-76A9-AC08-1A72-507CE6EF5A4D}"/>
              </a:ext>
            </a:extLst>
          </p:cNvPr>
          <p:cNvSpPr txBox="1"/>
          <p:nvPr/>
        </p:nvSpPr>
        <p:spPr>
          <a:xfrm>
            <a:off x="2099187" y="5980856"/>
            <a:ext cx="2473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Motion Kit Components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0B81BE11-A2B7-14CF-67C1-5885E0C8F7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574" y="1515540"/>
            <a:ext cx="4840544" cy="453801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34387A-57AF-85E7-D37E-6EEEF9D35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E077C-C2C2-1A6F-4A31-E6F0AB633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3CF65C-3B0D-4730-0E30-DB8DC39960B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69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1799F-1CAE-40B2-0C67-E27BC4C42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MFL14 : 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Free Connector: Ultrasonic Sensor</a:t>
            </a:r>
            <a:endParaRPr lang="en-GB" b="1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009162-A8C6-AAA3-354C-48ACA3179781}"/>
              </a:ext>
            </a:extLst>
          </p:cNvPr>
          <p:cNvSpPr txBox="1"/>
          <p:nvPr/>
        </p:nvSpPr>
        <p:spPr>
          <a:xfrm>
            <a:off x="838200" y="5003688"/>
            <a:ext cx="4309253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GB" b="1" dirty="0"/>
              <a:t>Code for MFL14 </a:t>
            </a:r>
            <a:r>
              <a:rPr lang="sv-SE" b="1" dirty="0"/>
              <a:t>(MFL14.ino):</a:t>
            </a:r>
            <a:endParaRPr lang="en-GB" b="1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6742D0-3030-282B-5A3C-2DE19783B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A4A266-1F65-304A-A057-514285F9E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3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7DF16E-C74A-469D-CC6C-7B12E4AA3D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7F911D-E834-7EFE-901D-B22BE4774EDF}"/>
              </a:ext>
            </a:extLst>
          </p:cNvPr>
          <p:cNvSpPr txBox="1"/>
          <p:nvPr/>
        </p:nvSpPr>
        <p:spPr>
          <a:xfrm>
            <a:off x="960172" y="1777528"/>
            <a:ext cx="501688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Place Ultrasonic Sensor Module in J25.</a:t>
            </a:r>
          </a:p>
          <a:p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EBCECE-51E9-5759-9E06-07E0330072F2}"/>
              </a:ext>
            </a:extLst>
          </p:cNvPr>
          <p:cNvSpPr txBox="1"/>
          <p:nvPr/>
        </p:nvSpPr>
        <p:spPr>
          <a:xfrm>
            <a:off x="7505402" y="1240872"/>
            <a:ext cx="3726426" cy="5632311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dirty="0"/>
              <a:t>Include required libraries</a:t>
            </a:r>
          </a:p>
          <a:p>
            <a:r>
              <a:rPr lang="en-GB" dirty="0"/>
              <a:t>Wire, Adafruit GFX, Adafruit SSD1306</a:t>
            </a:r>
          </a:p>
          <a:p>
            <a:r>
              <a:rPr lang="en-GB" dirty="0"/>
              <a:t>Define pin connections</a:t>
            </a:r>
          </a:p>
          <a:p>
            <a:r>
              <a:rPr lang="en-GB" dirty="0"/>
              <a:t>Ultrasonic trigger pin</a:t>
            </a:r>
          </a:p>
          <a:p>
            <a:r>
              <a:rPr lang="en-GB" dirty="0"/>
              <a:t>Ultrasonic echo pin</a:t>
            </a:r>
          </a:p>
          <a:p>
            <a:endParaRPr lang="en-GB" dirty="0"/>
          </a:p>
          <a:p>
            <a:r>
              <a:rPr lang="en-GB" dirty="0"/>
              <a:t>setup()</a:t>
            </a:r>
          </a:p>
          <a:p>
            <a:r>
              <a:rPr lang="en-GB" dirty="0"/>
              <a:t>Configure ultrasonic pins</a:t>
            </a:r>
          </a:p>
          <a:p>
            <a:r>
              <a:rPr lang="en-GB" dirty="0"/>
              <a:t>Initialize Serial</a:t>
            </a:r>
          </a:p>
          <a:p>
            <a:r>
              <a:rPr lang="en-GB" dirty="0"/>
              <a:t>Initialize OLED display</a:t>
            </a:r>
          </a:p>
          <a:p>
            <a:r>
              <a:rPr lang="en-GB" dirty="0"/>
              <a:t>loop()</a:t>
            </a:r>
          </a:p>
          <a:p>
            <a:r>
              <a:rPr lang="en-GB" dirty="0"/>
              <a:t>Measure distance</a:t>
            </a:r>
          </a:p>
          <a:p>
            <a:r>
              <a:rPr lang="en-GB" dirty="0"/>
              <a:t>Display distance on OLED</a:t>
            </a:r>
          </a:p>
          <a:p>
            <a:r>
              <a:rPr lang="en-GB" dirty="0"/>
              <a:t>Print distance to Serial</a:t>
            </a:r>
          </a:p>
          <a:p>
            <a:r>
              <a:rPr lang="en-GB" dirty="0"/>
              <a:t>Repeat continuously</a:t>
            </a:r>
          </a:p>
          <a:p>
            <a:r>
              <a:rPr lang="en-GB" dirty="0" err="1"/>
              <a:t>getDistance</a:t>
            </a:r>
            <a:r>
              <a:rPr lang="en-GB" dirty="0"/>
              <a:t>()</a:t>
            </a:r>
          </a:p>
          <a:p>
            <a:r>
              <a:rPr lang="en-GB" dirty="0"/>
              <a:t>Trigger ultrasonic sensor</a:t>
            </a:r>
          </a:p>
          <a:p>
            <a:r>
              <a:rPr lang="en-GB" dirty="0"/>
              <a:t>Read echo duration</a:t>
            </a:r>
          </a:p>
          <a:p>
            <a:r>
              <a:rPr lang="en-GB" dirty="0"/>
              <a:t>Convert to distance (cm)</a:t>
            </a:r>
          </a:p>
          <a:p>
            <a:r>
              <a:rPr lang="en-GB" dirty="0"/>
              <a:t>Return value</a:t>
            </a:r>
          </a:p>
        </p:txBody>
      </p:sp>
    </p:spTree>
    <p:extLst>
      <p:ext uri="{BB962C8B-B14F-4D97-AF65-F5344CB8AC3E}">
        <p14:creationId xmlns:p14="http://schemas.microsoft.com/office/powerpoint/2010/main" val="3020718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62782E3-9D03-ACD1-F8D4-34C7D1C123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442520" y="1466471"/>
            <a:ext cx="5466850" cy="5316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4F81D-A1D0-931C-A3ED-15A81A939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MFL14 : 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Free Connector: Ultrasonic Sensor</a:t>
            </a:r>
            <a:endParaRPr lang="en-GB" b="1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FE3C65-7FCF-BB9D-9837-E709F24B4E65}"/>
              </a:ext>
            </a:extLst>
          </p:cNvPr>
          <p:cNvSpPr txBox="1"/>
          <p:nvPr/>
        </p:nvSpPr>
        <p:spPr>
          <a:xfrm>
            <a:off x="606099" y="1542997"/>
            <a:ext cx="609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Execute the code (MFL14.ino) in the motion creative board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A91E38-6DBF-FDF1-E941-4333B5DDC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E5424-51EB-5DB7-72F1-6579328B6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4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D99489-FD0A-F53B-7556-D031BE8FEC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CD88451-50BB-6355-86EB-B8B091180342}"/>
              </a:ext>
            </a:extLst>
          </p:cNvPr>
          <p:cNvSpPr/>
          <p:nvPr/>
        </p:nvSpPr>
        <p:spPr>
          <a:xfrm>
            <a:off x="9501533" y="4916028"/>
            <a:ext cx="1575195" cy="1941971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E97FD4F-E915-CA71-50CA-2DF40722E5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0090934"/>
              </p:ext>
            </p:extLst>
          </p:nvPr>
        </p:nvGraphicFramePr>
        <p:xfrm>
          <a:off x="1090010" y="2367280"/>
          <a:ext cx="2733368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84">
                  <a:extLst>
                    <a:ext uri="{9D8B030D-6E8A-4147-A177-3AD203B41FA5}">
                      <a16:colId xmlns:a16="http://schemas.microsoft.com/office/drawing/2014/main" val="2876487998"/>
                    </a:ext>
                  </a:extLst>
                </a:gridCol>
                <a:gridCol w="1366684">
                  <a:extLst>
                    <a:ext uri="{9D8B030D-6E8A-4147-A177-3AD203B41FA5}">
                      <a16:colId xmlns:a16="http://schemas.microsoft.com/office/drawing/2014/main" val="34229623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Ultrasonic Sensor Pins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Arduino UNO Pins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8064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VCC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2826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Trig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579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Echo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918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502805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12FB258-0258-EA62-E111-565F99EBCBA4}"/>
              </a:ext>
            </a:extLst>
          </p:cNvPr>
          <p:cNvSpPr txBox="1"/>
          <p:nvPr/>
        </p:nvSpPr>
        <p:spPr>
          <a:xfrm>
            <a:off x="838200" y="5003688"/>
            <a:ext cx="4309253" cy="1477328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b="1" dirty="0"/>
              <a:t>Code for MFL14 </a:t>
            </a:r>
            <a:r>
              <a:rPr lang="sv-SE" b="1" dirty="0"/>
              <a:t>(MFL14.ino):</a:t>
            </a:r>
          </a:p>
          <a:p>
            <a:r>
              <a:rPr lang="en-GB" b="1" dirty="0">
                <a:hlinkClick r:id="rId4"/>
              </a:rPr>
              <a:t>https://github.com/info-zas/zas-robotics-motion/blob/main/01_FoundationProjects/MFL14/MFL14/MFL14.ino</a:t>
            </a:r>
            <a:endParaRPr lang="en-GB" b="1" dirty="0"/>
          </a:p>
          <a:p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149508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FED0D-9892-5445-A1A4-9E728975A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MFL14_a : </a:t>
            </a:r>
            <a:b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Mini Breadboard: MQ-135 Sensor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7F3CAE-F713-9A39-ED74-934A04AE8905}"/>
              </a:ext>
            </a:extLst>
          </p:cNvPr>
          <p:cNvSpPr txBox="1"/>
          <p:nvPr/>
        </p:nvSpPr>
        <p:spPr>
          <a:xfrm>
            <a:off x="838200" y="161463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Place </a:t>
            </a:r>
            <a:r>
              <a:rPr lang="en-US" b="1" dirty="0"/>
              <a:t>MQ-135 Air Quality Sensor in the Mini Breadboard.</a:t>
            </a:r>
            <a:endParaRPr lang="en-US" sz="1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93E191-546E-673B-185A-35B658058663}"/>
              </a:ext>
            </a:extLst>
          </p:cNvPr>
          <p:cNvSpPr txBox="1"/>
          <p:nvPr/>
        </p:nvSpPr>
        <p:spPr>
          <a:xfrm>
            <a:off x="7197213" y="365125"/>
            <a:ext cx="4483510" cy="6463308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dirty="0"/>
              <a:t>Include required libraries</a:t>
            </a:r>
          </a:p>
          <a:p>
            <a:r>
              <a:rPr lang="en-GB" dirty="0"/>
              <a:t>Wire, Adafruit GFX, Adafruit SSD1306</a:t>
            </a:r>
          </a:p>
          <a:p>
            <a:r>
              <a:rPr lang="en-GB" dirty="0"/>
              <a:t>Define pin connections</a:t>
            </a:r>
          </a:p>
          <a:p>
            <a:r>
              <a:rPr lang="en-GB" dirty="0"/>
              <a:t>Ultrasonic trigger and echo pins</a:t>
            </a:r>
          </a:p>
          <a:p>
            <a:r>
              <a:rPr lang="en-GB" dirty="0"/>
              <a:t>MQ135 air quality sensor pin</a:t>
            </a:r>
          </a:p>
          <a:p>
            <a:endParaRPr lang="en-GB" dirty="0"/>
          </a:p>
          <a:p>
            <a:r>
              <a:rPr lang="en-GB" dirty="0"/>
              <a:t>setup()</a:t>
            </a:r>
          </a:p>
          <a:p>
            <a:r>
              <a:rPr lang="en-GB" dirty="0"/>
              <a:t>Configure sensor pins</a:t>
            </a:r>
          </a:p>
          <a:p>
            <a:r>
              <a:rPr lang="en-GB" dirty="0"/>
              <a:t>Initialize Serial communication</a:t>
            </a:r>
          </a:p>
          <a:p>
            <a:r>
              <a:rPr lang="en-GB" dirty="0"/>
              <a:t>Initialize OLED display</a:t>
            </a:r>
          </a:p>
          <a:p>
            <a:endParaRPr lang="en-GB" dirty="0"/>
          </a:p>
          <a:p>
            <a:r>
              <a:rPr lang="en-GB" dirty="0"/>
              <a:t>loop()</a:t>
            </a:r>
          </a:p>
          <a:p>
            <a:r>
              <a:rPr lang="en-GB" dirty="0"/>
              <a:t>Read distance from ultrasonic sensor</a:t>
            </a:r>
          </a:p>
          <a:p>
            <a:r>
              <a:rPr lang="en-GB" dirty="0"/>
              <a:t>Read air quality value from MQ135</a:t>
            </a:r>
          </a:p>
          <a:p>
            <a:r>
              <a:rPr lang="en-GB" dirty="0"/>
              <a:t>Print sensor values to Serial Monitor</a:t>
            </a:r>
          </a:p>
          <a:p>
            <a:r>
              <a:rPr lang="en-GB" dirty="0"/>
              <a:t>Display distance and pollution values on OLED</a:t>
            </a:r>
          </a:p>
          <a:p>
            <a:r>
              <a:rPr lang="en-GB" dirty="0"/>
              <a:t>Repeat continuously</a:t>
            </a:r>
          </a:p>
          <a:p>
            <a:endParaRPr lang="en-GB" dirty="0"/>
          </a:p>
          <a:p>
            <a:r>
              <a:rPr lang="en-GB" dirty="0" err="1"/>
              <a:t>getDistance</a:t>
            </a:r>
            <a:r>
              <a:rPr lang="en-GB" dirty="0"/>
              <a:t>()</a:t>
            </a:r>
          </a:p>
          <a:p>
            <a:r>
              <a:rPr lang="en-GB" dirty="0"/>
              <a:t>Trigger ultrasonic sensor</a:t>
            </a:r>
          </a:p>
          <a:p>
            <a:r>
              <a:rPr lang="en-GB" dirty="0"/>
              <a:t>Measure echo duration</a:t>
            </a:r>
          </a:p>
          <a:p>
            <a:r>
              <a:rPr lang="en-GB" dirty="0"/>
              <a:t>Convert duration to distance (cm)</a:t>
            </a:r>
          </a:p>
          <a:p>
            <a:r>
              <a:rPr lang="en-GB" dirty="0"/>
              <a:t>Return distance value</a:t>
            </a:r>
          </a:p>
        </p:txBody>
      </p:sp>
    </p:spTree>
    <p:extLst>
      <p:ext uri="{BB962C8B-B14F-4D97-AF65-F5344CB8AC3E}">
        <p14:creationId xmlns:p14="http://schemas.microsoft.com/office/powerpoint/2010/main" val="3172657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B0D8B-5BF6-5C2C-DD7A-805F86B5A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0E6162-4ED4-13E4-EC99-BE5C16892D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540225" y="1271878"/>
            <a:ext cx="5348939" cy="55032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39575A-AEAD-81E4-14E6-B4C49A7F3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MFL14_a : </a:t>
            </a:r>
            <a:b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Mini Breadboard: MQ-135 Sensor</a:t>
            </a:r>
            <a:endParaRPr lang="en-GB" b="1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9BB298-24E6-4876-ECFE-F320B59D0E5A}"/>
              </a:ext>
            </a:extLst>
          </p:cNvPr>
          <p:cNvSpPr txBox="1"/>
          <p:nvPr/>
        </p:nvSpPr>
        <p:spPr>
          <a:xfrm>
            <a:off x="606099" y="1542997"/>
            <a:ext cx="609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Execute the code (MFL14.ino) in the motion creative board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662FC5-C72C-ED19-2230-BF53224B6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9B111-E10D-CB4E-5E65-F5E7E64B2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6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A260954-20D7-B4F5-3BEC-95EB2E76D9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11C51E0-8D2B-9194-4ED2-560F90D5DF62}"/>
              </a:ext>
            </a:extLst>
          </p:cNvPr>
          <p:cNvSpPr/>
          <p:nvPr/>
        </p:nvSpPr>
        <p:spPr>
          <a:xfrm>
            <a:off x="9779940" y="5121161"/>
            <a:ext cx="1575195" cy="981858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3B10EF-A88B-EA2E-DA23-E35F04D6D990}"/>
              </a:ext>
            </a:extLst>
          </p:cNvPr>
          <p:cNvSpPr/>
          <p:nvPr/>
        </p:nvSpPr>
        <p:spPr>
          <a:xfrm>
            <a:off x="8427096" y="4023519"/>
            <a:ext cx="1575195" cy="981858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6F01522-E6FC-F740-B7A4-95826CFB7D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8688632"/>
              </p:ext>
            </p:extLst>
          </p:nvPr>
        </p:nvGraphicFramePr>
        <p:xfrm>
          <a:off x="1276823" y="2824639"/>
          <a:ext cx="2733368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84">
                  <a:extLst>
                    <a:ext uri="{9D8B030D-6E8A-4147-A177-3AD203B41FA5}">
                      <a16:colId xmlns:a16="http://schemas.microsoft.com/office/drawing/2014/main" val="2876487998"/>
                    </a:ext>
                  </a:extLst>
                </a:gridCol>
                <a:gridCol w="1366684">
                  <a:extLst>
                    <a:ext uri="{9D8B030D-6E8A-4147-A177-3AD203B41FA5}">
                      <a16:colId xmlns:a16="http://schemas.microsoft.com/office/drawing/2014/main" val="34229623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MQ-135 Sensor Pins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Arduino UNO Pins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8064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VCC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3.3V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2826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579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502805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054C25F-0D59-0A73-0C5F-663F308C669B}"/>
              </a:ext>
            </a:extLst>
          </p:cNvPr>
          <p:cNvSpPr txBox="1"/>
          <p:nvPr/>
        </p:nvSpPr>
        <p:spPr>
          <a:xfrm>
            <a:off x="838200" y="5003688"/>
            <a:ext cx="4309253" cy="1477328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b="1" dirty="0"/>
              <a:t>Code for MFL14_a </a:t>
            </a:r>
            <a:r>
              <a:rPr lang="sv-SE" b="1" dirty="0"/>
              <a:t>(MFL14_a.ino):</a:t>
            </a:r>
          </a:p>
          <a:p>
            <a:r>
              <a:rPr lang="en-GB" b="1">
                <a:hlinkClick r:id="rId4"/>
              </a:rPr>
              <a:t>https://github.com/info-zas/zas-robotics-motion/blob/main/01_FoundationProjects/MFL14/MFL14_a/MFL14_a.ino</a:t>
            </a:r>
            <a:endParaRPr lang="en-GB" b="1"/>
          </a:p>
          <a:p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959595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</TotalTime>
  <Words>375</Words>
  <Application>Microsoft Office PowerPoint</Application>
  <PresentationFormat>Widescreen</PresentationFormat>
  <Paragraphs>89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Motion Kit (Kit 2)</vt:lpstr>
      <vt:lpstr>Motion Kit : Contents</vt:lpstr>
      <vt:lpstr>MFL14 : Free Connector: Ultrasonic Sensor</vt:lpstr>
      <vt:lpstr>MFL14 : Free Connector: Ultrasonic Sensor</vt:lpstr>
      <vt:lpstr>MFL14_a :  Mini Breadboard: MQ-135 Sensor</vt:lpstr>
      <vt:lpstr>MFL14_a :  Mini Breadboard: MQ-135 Sensor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33</cp:revision>
  <dcterms:created xsi:type="dcterms:W3CDTF">2025-12-15T22:48:27Z</dcterms:created>
  <dcterms:modified xsi:type="dcterms:W3CDTF">2025-12-26T19:54:51Z</dcterms:modified>
</cp:coreProperties>
</file>