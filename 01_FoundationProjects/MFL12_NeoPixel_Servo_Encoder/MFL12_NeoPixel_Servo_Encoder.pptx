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561" r:id="rId3"/>
    <p:sldId id="556" r:id="rId4"/>
    <p:sldId id="562" r:id="rId5"/>
    <p:sldId id="554" r:id="rId6"/>
    <p:sldId id="553" r:id="rId7"/>
    <p:sldId id="563" r:id="rId8"/>
    <p:sldId id="5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A2F86-F018-07A4-84F1-52823A0DA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F94945-8A4A-B89E-20EE-CED3B09E5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82CEF-73B0-B114-17D9-FD9CFBDB1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DF3B9-AF4C-79AC-69E5-3FC88C3F6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62339-9E4C-3C72-3840-3F59CF5A6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8660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9C85-8CC8-C502-D9BD-818887798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9D557-0941-3C03-A0EB-6FE533DBB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2F304-F8E8-03F3-1473-9675C79F8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E13BC-1F7A-01CE-6933-6123A0E20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25E2F-4221-3FBB-5CA9-CB06EB243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750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35EAC-9D8F-984C-5F6F-D44D78F51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CF8EE-9651-00E1-0047-7778BAA52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3E7B9-F204-1F38-6180-1012050F3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33031-E006-FDDA-90C5-6B4FAE43C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B437F-9D5D-8126-E6D2-97ADD3A42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5862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FE436-A01E-E2E9-7E18-8676C31F6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4EF18-CF9F-A1AB-96C9-8F301991C1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B1F3F-C804-8B04-9089-B1398E417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DB9D92-2C72-A151-8714-6022EEA8F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FA464E-0729-A1AA-C908-9799256E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64CDDE-89B2-B95A-172E-FECE1CD02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6251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8B5A0-72AD-1DDC-A234-35AC72C6F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26CE9-F8DA-52F6-BF78-687D4B251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36D1C3-0770-F658-2647-2E52C4964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6F3F53-A490-3C3C-E723-12135D9585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2E8664-8847-28E1-C46A-2508C60705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021AB1-DA58-23E9-5406-7E9C3A4A3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22B9E8-5B2B-777C-F8DA-0323F0EFE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75FE93-AA89-29A7-CEB7-9C61150A6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626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4387-9B35-4330-B5EE-B487A30F5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8453F9-B4BD-8150-AA72-B46835FC3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F7FF8-4405-B091-7252-CDAB7BCD7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76D510-8080-308F-BF18-6029CB661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6621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5B337C-CAB8-3420-B338-703C4293F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119144-7632-D6D4-488D-9CD181B44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916C5-B3B3-0445-D064-60E6852B3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5600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46796-8159-F1F0-4950-5C9AB88AA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BE95C-0B48-D39C-1AD1-D609D277A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3276B-9214-85C0-340D-2C507AF03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23F23C-EABC-14C6-4722-60517C54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8906D2-CCDE-B73B-19F4-6536B7B3B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F9A00-CF7A-F7C1-97CB-D906215E4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2311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70843-A785-2541-37C6-B505BBFB0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80070E-F261-BCDC-3012-5F23296D87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D5E56C-D840-AD20-B2F3-032B35FC0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35A2E7-5A13-71DE-E1B0-8600E1D1F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98A68-63E2-F500-D96D-FCC6B8AF0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CD5C86-0C1F-F7D8-5727-363DE0D63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9841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DEF27-1BA6-FD09-88BB-573B3B3EC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4D442B-2C5A-42CA-3835-72529F6686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DE8B8-289E-8925-3A49-62AFA3A7D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2A8E2-C62D-7FBE-5F8D-F60EDEA38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056AD-4328-E9F8-E466-3C5820D62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0556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EA4C10-D097-636E-DB3E-F4D2C1D24A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1E8D57-72F0-AFD6-F020-0A42C206CA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AC474-2C3A-7997-8052-E8E9A04C3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40EBA-B5F4-3F4E-C8DA-554E3ED2F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2069E-279E-D105-B612-C748792CA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6845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65487B-84A7-B736-BF5A-C2B803265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11B38-50A9-9AC9-289A-21443F139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4DB94-94D0-0729-8FCA-F4D89ACC45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39CCE-83E9-1BA5-A2CB-01A1AB45E5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A0CD5-E6BE-0CA8-E6B1-FD23463C9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2856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info-zas/zas-robotics-motion/blob/main/01_FoundationProjects/MFL12/MFL12/MFL12.ino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nfo-zas/zas-robotics-motion/blob/main/01_FoundationProjects/MFL12/MFL12/MFL12.ino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info-zas/zas-robotics-motion/blob/main/01_FoundationProjects/MFL12/MFL12_a/MFL12_a.ino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info-zas/zas-robotics-motion/blob/main/01_FoundationProjects/MFL12/MFL12_a/MFL12_a.in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3085-A2D2-7D5C-B934-F2C3DCCEEE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Motion Kit (Kit 2)</a:t>
            </a:r>
            <a:endParaRPr lang="en-GB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4C40-3026-31E4-C761-275DD9A0E7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Motion Foundation Lessons (MFL)</a:t>
            </a:r>
          </a:p>
          <a:p>
            <a:r>
              <a:rPr lang="en-GB" sz="3600" b="1" dirty="0">
                <a:solidFill>
                  <a:srgbClr val="00B0F0"/>
                </a:solidFill>
              </a:rPr>
              <a:t>(Lesson Ref: MFL12)</a:t>
            </a:r>
          </a:p>
          <a:p>
            <a:r>
              <a:rPr lang="en-US" sz="3600" b="1" dirty="0">
                <a:solidFill>
                  <a:srgbClr val="7030A0"/>
                </a:solidFill>
              </a:rPr>
              <a:t>MFL12: </a:t>
            </a:r>
            <a:r>
              <a:rPr lang="en-US" sz="3600" b="1" dirty="0" err="1">
                <a:solidFill>
                  <a:srgbClr val="7030A0"/>
                </a:solidFill>
              </a:rPr>
              <a:t>NeoPixel</a:t>
            </a:r>
            <a:r>
              <a:rPr lang="en-US" sz="3600" b="1" dirty="0">
                <a:solidFill>
                  <a:srgbClr val="7030A0"/>
                </a:solidFill>
              </a:rPr>
              <a:t> Strip Control with Rotary Encoder</a:t>
            </a:r>
            <a:endParaRPr lang="en-GB" sz="3600" b="1" dirty="0">
              <a:solidFill>
                <a:srgbClr val="00B0F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1231A1-0766-5672-4948-6E397DDDCA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371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05A1-8163-931A-0AC5-4711F7A42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Motion Kit : Contents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FAB8725-30A7-DF06-3E6C-C3098D29C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80" y="1515540"/>
            <a:ext cx="5564757" cy="442142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02A98CD-9552-64C0-7C52-1BEE0A11E89A}"/>
              </a:ext>
            </a:extLst>
          </p:cNvPr>
          <p:cNvSpPr txBox="1"/>
          <p:nvPr/>
        </p:nvSpPr>
        <p:spPr>
          <a:xfrm>
            <a:off x="8308258" y="6053550"/>
            <a:ext cx="2355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Creative Board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73E46A-76A9-AC08-1A72-507CE6EF5A4D}"/>
              </a:ext>
            </a:extLst>
          </p:cNvPr>
          <p:cNvSpPr txBox="1"/>
          <p:nvPr/>
        </p:nvSpPr>
        <p:spPr>
          <a:xfrm>
            <a:off x="2099187" y="5980856"/>
            <a:ext cx="2473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Kit Components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0B81BE11-A2B7-14CF-67C1-5885E0C8F7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574" y="1515540"/>
            <a:ext cx="4840544" cy="453801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4387A-57AF-85E7-D37E-6EEEF9D35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E077C-C2C2-1A6F-4A31-E6F0AB633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3CF65C-3B0D-4730-0E30-DB8DC39960B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69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83488-3A03-97E8-CC2F-00078C448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93966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MFL12 : </a:t>
            </a:r>
            <a:r>
              <a:rPr lang="en-GB" b="1" dirty="0" err="1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NeoPixel</a:t>
            </a:r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Strip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853F4-A5AB-1390-7DDC-E2B61DD15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Things Needed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C7C0C7-C0DC-93FA-867E-FDDBDF1E9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026" y="2221578"/>
            <a:ext cx="3417779" cy="22971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CD1A54-6DD7-681A-548F-8ECD20D64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2639551" y="4781275"/>
            <a:ext cx="3708948" cy="20804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22C73D-6FBF-9218-8CFA-FC5E04E82A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2761" y="4604105"/>
            <a:ext cx="2832863" cy="19492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1A5286-7014-DEE8-A80C-AB03BFFBCB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582" y="4412876"/>
            <a:ext cx="2160798" cy="259318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1C53E-9C7C-7C76-988C-68F857A19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D5E7C16-1C1D-463F-54CE-8B8C14868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3</a:t>
            </a:fld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EE69B09-5F94-D984-AC4B-9E9BEB82FD8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pic>
        <p:nvPicPr>
          <p:cNvPr id="13" name="Picture 12" descr="A close-up of a red circuit board&#10;&#10;AI-generated content may be incorrect.">
            <a:extLst>
              <a:ext uri="{FF2B5EF4-FFF2-40B4-BE49-F238E27FC236}">
                <a16:creationId xmlns:a16="http://schemas.microsoft.com/office/drawing/2014/main" id="{EC779A0F-4033-99C4-A965-7C34209B8E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6124497" y="1942431"/>
            <a:ext cx="2750331" cy="921280"/>
          </a:xfrm>
          <a:prstGeom prst="rect">
            <a:avLst/>
          </a:prstGeom>
        </p:spPr>
      </p:pic>
      <p:pic>
        <p:nvPicPr>
          <p:cNvPr id="15" name="Picture 14" descr="A red sign with white text&#10;&#10;AI-generated content may be incorrect.">
            <a:extLst>
              <a:ext uri="{FF2B5EF4-FFF2-40B4-BE49-F238E27FC236}">
                <a16:creationId xmlns:a16="http://schemas.microsoft.com/office/drawing/2014/main" id="{C93823A9-FEE6-259D-3710-A25210E9DF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7428577" y="1947883"/>
            <a:ext cx="2750330" cy="91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960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C766865-7753-1DB2-36DD-757E1D39FDD5}"/>
              </a:ext>
            </a:extLst>
          </p:cNvPr>
          <p:cNvSpPr txBox="1"/>
          <p:nvPr/>
        </p:nvSpPr>
        <p:spPr>
          <a:xfrm>
            <a:off x="838200" y="279294"/>
            <a:ext cx="6096000" cy="1311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GB" dirty="0"/>
              <a:t>MFL12 : </a:t>
            </a:r>
            <a:r>
              <a:rPr lang="en-GB" dirty="0" err="1"/>
              <a:t>NeoPixel</a:t>
            </a:r>
            <a:r>
              <a:rPr lang="en-GB" dirty="0"/>
              <a:t> Strip</a:t>
            </a:r>
          </a:p>
        </p:txBody>
      </p:sp>
      <p:pic>
        <p:nvPicPr>
          <p:cNvPr id="3" name="Picture 2" descr="A circuit board with wires&#10;&#10;AI-generated content may be incorrect.">
            <a:extLst>
              <a:ext uri="{FF2B5EF4-FFF2-40B4-BE49-F238E27FC236}">
                <a16:creationId xmlns:a16="http://schemas.microsoft.com/office/drawing/2014/main" id="{CFA0F9AE-9116-C0D9-5088-BF8F8EFDE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862" y="2587557"/>
            <a:ext cx="7809635" cy="3346986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3679DD-56C3-C2DD-C019-66297CDB8A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0233056"/>
              </p:ext>
            </p:extLst>
          </p:nvPr>
        </p:nvGraphicFramePr>
        <p:xfrm>
          <a:off x="9150006" y="3429000"/>
          <a:ext cx="2085440" cy="176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3491">
                  <a:extLst>
                    <a:ext uri="{9D8B030D-6E8A-4147-A177-3AD203B41FA5}">
                      <a16:colId xmlns:a16="http://schemas.microsoft.com/office/drawing/2014/main" val="1303422274"/>
                    </a:ext>
                  </a:extLst>
                </a:gridCol>
                <a:gridCol w="1001949">
                  <a:extLst>
                    <a:ext uri="{9D8B030D-6E8A-4147-A177-3AD203B41FA5}">
                      <a16:colId xmlns:a16="http://schemas.microsoft.com/office/drawing/2014/main" val="3268128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NeoPixel</a:t>
                      </a:r>
                      <a:r>
                        <a:rPr lang="en-GB" dirty="0"/>
                        <a:t> Strip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Arduino Pin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140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VCC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557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797599"/>
                  </a:ext>
                </a:extLst>
              </a:tr>
              <a:tr h="386236">
                <a:tc>
                  <a:txBody>
                    <a:bodyPr/>
                    <a:lstStyle/>
                    <a:p>
                      <a:r>
                        <a:rPr lang="en-GB" dirty="0"/>
                        <a:t>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41089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0789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1799F-1CAE-40B2-0C67-E27BC4C42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MFL12 : </a:t>
            </a:r>
            <a:r>
              <a:rPr lang="en-GB" b="1" dirty="0" err="1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NeoPixel</a:t>
            </a:r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Strip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93EFCA-E3AB-AEA4-5037-53A1BE723E2A}"/>
              </a:ext>
            </a:extLst>
          </p:cNvPr>
          <p:cNvSpPr txBox="1"/>
          <p:nvPr/>
        </p:nvSpPr>
        <p:spPr>
          <a:xfrm>
            <a:off x="6301409" y="2545788"/>
            <a:ext cx="5158408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Include required library</a:t>
            </a:r>
            <a:endParaRPr lang="en-US" dirty="0"/>
          </a:p>
          <a:p>
            <a:r>
              <a:rPr lang="en-US" dirty="0"/>
              <a:t>Adafruit </a:t>
            </a:r>
            <a:r>
              <a:rPr lang="en-US" dirty="0" err="1"/>
              <a:t>NeoPixel</a:t>
            </a:r>
            <a:r>
              <a:rPr lang="en-US" dirty="0"/>
              <a:t> library</a:t>
            </a:r>
          </a:p>
          <a:p>
            <a:r>
              <a:rPr lang="en-US" b="1" dirty="0"/>
              <a:t>Define parameters</a:t>
            </a:r>
            <a:endParaRPr lang="en-US" dirty="0"/>
          </a:p>
          <a:p>
            <a:r>
              <a:rPr lang="en-US" dirty="0"/>
              <a:t>Set </a:t>
            </a:r>
            <a:r>
              <a:rPr lang="en-US" dirty="0" err="1"/>
              <a:t>NeoPixel</a:t>
            </a:r>
            <a:r>
              <a:rPr lang="en-US" dirty="0"/>
              <a:t> data pin</a:t>
            </a:r>
          </a:p>
          <a:p>
            <a:r>
              <a:rPr lang="en-US" dirty="0"/>
              <a:t>Set number of LEDs</a:t>
            </a:r>
          </a:p>
          <a:p>
            <a:r>
              <a:rPr lang="en-US" b="1" dirty="0"/>
              <a:t>setup()</a:t>
            </a:r>
            <a:endParaRPr lang="en-US" dirty="0"/>
          </a:p>
          <a:p>
            <a:r>
              <a:rPr lang="en-US" dirty="0"/>
              <a:t>Initialize </a:t>
            </a:r>
            <a:r>
              <a:rPr lang="en-US" dirty="0" err="1"/>
              <a:t>NeoPixel</a:t>
            </a:r>
            <a:r>
              <a:rPr lang="en-US" dirty="0"/>
              <a:t> strip</a:t>
            </a:r>
          </a:p>
          <a:p>
            <a:r>
              <a:rPr lang="en-US" dirty="0"/>
              <a:t>Set LED brightness</a:t>
            </a:r>
          </a:p>
          <a:p>
            <a:r>
              <a:rPr lang="en-US" b="1" dirty="0"/>
              <a:t>loop()</a:t>
            </a:r>
            <a:endParaRPr lang="en-US" dirty="0"/>
          </a:p>
          <a:p>
            <a:r>
              <a:rPr lang="en-US" dirty="0"/>
              <a:t>Turn ON all LEDs in the strip</a:t>
            </a:r>
          </a:p>
          <a:p>
            <a:r>
              <a:rPr lang="en-US" dirty="0"/>
              <a:t>Set all LEDs to cyan color</a:t>
            </a:r>
          </a:p>
          <a:p>
            <a:r>
              <a:rPr lang="en-US" dirty="0"/>
              <a:t>Update LEDs continuously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009162-A8C6-AAA3-354C-48ACA3179781}"/>
              </a:ext>
            </a:extLst>
          </p:cNvPr>
          <p:cNvSpPr txBox="1"/>
          <p:nvPr/>
        </p:nvSpPr>
        <p:spPr>
          <a:xfrm>
            <a:off x="1039495" y="2622462"/>
            <a:ext cx="4309253" cy="1477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GB" b="1" dirty="0"/>
              <a:t>Code for MFL12 </a:t>
            </a:r>
            <a:r>
              <a:rPr lang="sv-SE" b="1" dirty="0"/>
              <a:t>(MFL12.ino)</a:t>
            </a:r>
          </a:p>
          <a:p>
            <a:r>
              <a:rPr lang="en-GB" b="1" dirty="0">
                <a:hlinkClick r:id="rId2"/>
              </a:rPr>
              <a:t>https://github.com/info-zas/zas-robotics-motion/blob/main/01_FoundationProjects/MFL12/MFL12/MFL12.ino</a:t>
            </a:r>
            <a:endParaRPr lang="en-GB" b="1" dirty="0"/>
          </a:p>
          <a:p>
            <a:endParaRPr lang="en-GB" b="1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6742D0-3030-282B-5A3C-2DE19783B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A4A266-1F65-304A-A057-514285F9E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5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7DF16E-C74A-469D-CC6C-7B12E4AA3D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718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1A6301-5139-A2C9-34DC-AFD1C51D5E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9450" y="2075998"/>
            <a:ext cx="4885191" cy="47691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4F81D-A1D0-931C-A3ED-15A81A939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MFL12 : </a:t>
            </a:r>
            <a:r>
              <a:rPr lang="en-GB" b="1" dirty="0" err="1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NeoPixel</a:t>
            </a:r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Strip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941D32-DC79-29C3-A71B-16F637AB6577}"/>
              </a:ext>
            </a:extLst>
          </p:cNvPr>
          <p:cNvSpPr/>
          <p:nvPr/>
        </p:nvSpPr>
        <p:spPr>
          <a:xfrm>
            <a:off x="9004852" y="6068329"/>
            <a:ext cx="281039" cy="653146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FE3C65-7FCF-BB9D-9837-E709F24B4E65}"/>
              </a:ext>
            </a:extLst>
          </p:cNvPr>
          <p:cNvSpPr txBox="1"/>
          <p:nvPr/>
        </p:nvSpPr>
        <p:spPr>
          <a:xfrm>
            <a:off x="606099" y="1542997"/>
            <a:ext cx="60939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Execute the same code (</a:t>
            </a:r>
            <a:r>
              <a:rPr lang="sv-SE" b="1" dirty="0"/>
              <a:t>MFL12.ino)</a:t>
            </a:r>
            <a:r>
              <a:rPr lang="en-GB" sz="1800" b="1" dirty="0"/>
              <a:t> in the motion creative board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514551-EBEB-F0C1-E417-FCBD36193F47}"/>
              </a:ext>
            </a:extLst>
          </p:cNvPr>
          <p:cNvSpPr txBox="1"/>
          <p:nvPr/>
        </p:nvSpPr>
        <p:spPr>
          <a:xfrm>
            <a:off x="514133" y="5072743"/>
            <a:ext cx="4885191" cy="1200329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https://github.com/info-zas/zas-robotics-motion/blob/main/01_FoundationProjects/MFL12/MFL12/MFL12.ino</a:t>
            </a:r>
            <a:endParaRPr lang="en-GB" dirty="0"/>
          </a:p>
          <a:p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A91E38-6DBF-FDF1-E941-4333B5DDC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E5424-51EB-5DB7-72F1-6579328B6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6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088CD9-2199-A318-CF8A-5C0B1AD0DC26}"/>
              </a:ext>
            </a:extLst>
          </p:cNvPr>
          <p:cNvSpPr txBox="1"/>
          <p:nvPr/>
        </p:nvSpPr>
        <p:spPr>
          <a:xfrm>
            <a:off x="402995" y="4761006"/>
            <a:ext cx="20721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Code for Lab M2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D99489-FD0A-F53B-7556-D031BE8FECA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713C5F-A6EC-0005-92C1-8D5030D80255}"/>
              </a:ext>
            </a:extLst>
          </p:cNvPr>
          <p:cNvSpPr txBox="1"/>
          <p:nvPr/>
        </p:nvSpPr>
        <p:spPr>
          <a:xfrm>
            <a:off x="534715" y="2272606"/>
            <a:ext cx="35170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Place the </a:t>
            </a:r>
            <a:r>
              <a:rPr lang="en-US" sz="2400" b="1" dirty="0" err="1"/>
              <a:t>NeoPixel</a:t>
            </a:r>
            <a:r>
              <a:rPr lang="en-US" sz="2400" b="1" dirty="0"/>
              <a:t> strip in J15.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49508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1799F-1CAE-40B2-0C67-E27BC4C42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MFL12_a : </a:t>
            </a:r>
            <a:r>
              <a:rPr lang="en-US" b="1" dirty="0" err="1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NeoPixel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Strip Control with Rotary Encoder</a:t>
            </a:r>
            <a:endParaRPr lang="en-GB" b="1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93EFCA-E3AB-AEA4-5037-53A1BE723E2A}"/>
              </a:ext>
            </a:extLst>
          </p:cNvPr>
          <p:cNvSpPr txBox="1"/>
          <p:nvPr/>
        </p:nvSpPr>
        <p:spPr>
          <a:xfrm>
            <a:off x="7323964" y="1818201"/>
            <a:ext cx="3747159" cy="3970318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b="1" dirty="0"/>
              <a:t>Include required library</a:t>
            </a:r>
            <a:endParaRPr lang="en-GB" dirty="0"/>
          </a:p>
          <a:p>
            <a:r>
              <a:rPr lang="en-GB" dirty="0"/>
              <a:t>Adafruit </a:t>
            </a:r>
            <a:r>
              <a:rPr lang="en-GB" dirty="0" err="1"/>
              <a:t>NeoPixel</a:t>
            </a:r>
            <a:r>
              <a:rPr lang="en-GB" dirty="0"/>
              <a:t> library</a:t>
            </a:r>
          </a:p>
          <a:p>
            <a:r>
              <a:rPr lang="en-GB" b="1" dirty="0"/>
              <a:t>Define pin connections</a:t>
            </a:r>
            <a:endParaRPr lang="en-GB" dirty="0"/>
          </a:p>
          <a:p>
            <a:r>
              <a:rPr lang="en-GB" dirty="0" err="1"/>
              <a:t>NeoPixel</a:t>
            </a:r>
            <a:r>
              <a:rPr lang="en-GB" dirty="0"/>
              <a:t> data pin</a:t>
            </a:r>
          </a:p>
          <a:p>
            <a:r>
              <a:rPr lang="en-GB" dirty="0"/>
              <a:t>Rotary encoder CLK and DT pins</a:t>
            </a:r>
          </a:p>
          <a:p>
            <a:r>
              <a:rPr lang="en-GB" b="1" dirty="0"/>
              <a:t>setup()</a:t>
            </a:r>
            <a:endParaRPr lang="en-GB" dirty="0"/>
          </a:p>
          <a:p>
            <a:r>
              <a:rPr lang="en-GB" dirty="0"/>
              <a:t>Initialize </a:t>
            </a:r>
            <a:r>
              <a:rPr lang="en-GB" dirty="0" err="1"/>
              <a:t>NeoPixel</a:t>
            </a:r>
            <a:r>
              <a:rPr lang="en-GB" dirty="0"/>
              <a:t> strip</a:t>
            </a:r>
          </a:p>
          <a:p>
            <a:r>
              <a:rPr lang="en-GB" dirty="0"/>
              <a:t>Set brightness</a:t>
            </a:r>
          </a:p>
          <a:p>
            <a:r>
              <a:rPr lang="en-GB" dirty="0"/>
              <a:t>Read initial encoder state</a:t>
            </a:r>
          </a:p>
          <a:p>
            <a:r>
              <a:rPr lang="en-GB" b="1" dirty="0"/>
              <a:t>loop()</a:t>
            </a:r>
            <a:endParaRPr lang="en-GB" dirty="0"/>
          </a:p>
          <a:p>
            <a:r>
              <a:rPr lang="en-GB" dirty="0"/>
              <a:t>Detect rotary encoder rotation</a:t>
            </a:r>
          </a:p>
          <a:p>
            <a:r>
              <a:rPr lang="en-GB" dirty="0"/>
              <a:t>Change </a:t>
            </a:r>
            <a:r>
              <a:rPr lang="en-GB" dirty="0" err="1"/>
              <a:t>color</a:t>
            </a:r>
            <a:r>
              <a:rPr lang="en-GB" dirty="0"/>
              <a:t> index based on direction</a:t>
            </a:r>
          </a:p>
          <a:p>
            <a:r>
              <a:rPr lang="en-GB" dirty="0"/>
              <a:t>Update </a:t>
            </a:r>
            <a:r>
              <a:rPr lang="en-GB" dirty="0" err="1"/>
              <a:t>NeoPixel</a:t>
            </a:r>
            <a:r>
              <a:rPr lang="en-GB" dirty="0"/>
              <a:t> strip </a:t>
            </a:r>
            <a:r>
              <a:rPr lang="en-GB" dirty="0" err="1"/>
              <a:t>color</a:t>
            </a:r>
            <a:endParaRPr lang="en-GB" dirty="0"/>
          </a:p>
          <a:p>
            <a:r>
              <a:rPr lang="en-GB" dirty="0"/>
              <a:t>Repeat continuously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009162-A8C6-AAA3-354C-48ACA3179781}"/>
              </a:ext>
            </a:extLst>
          </p:cNvPr>
          <p:cNvSpPr txBox="1"/>
          <p:nvPr/>
        </p:nvSpPr>
        <p:spPr>
          <a:xfrm>
            <a:off x="946355" y="2605088"/>
            <a:ext cx="4309253" cy="1477328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b="1" dirty="0"/>
              <a:t>Code for MFL13 </a:t>
            </a:r>
            <a:r>
              <a:rPr lang="sv-SE" b="1" dirty="0"/>
              <a:t>(MFL12_a.ino):</a:t>
            </a:r>
          </a:p>
          <a:p>
            <a:r>
              <a:rPr lang="en-GB" b="1" dirty="0">
                <a:hlinkClick r:id="rId2"/>
              </a:rPr>
              <a:t>https://github.com/info-zas/zas-robotics-motion/blob/main/01_FoundationProjects/MFL12/MFL12_a/MFL12_a.ino</a:t>
            </a:r>
            <a:endParaRPr lang="en-GB" b="1" dirty="0"/>
          </a:p>
          <a:p>
            <a:endParaRPr lang="en-GB" b="1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6742D0-3030-282B-5A3C-2DE19783B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A4A266-1F65-304A-A057-514285F9E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7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7DF16E-C74A-469D-CC6C-7B12E4AA3D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7F911D-E834-7EFE-901D-B22BE4774EDF}"/>
              </a:ext>
            </a:extLst>
          </p:cNvPr>
          <p:cNvSpPr txBox="1"/>
          <p:nvPr/>
        </p:nvSpPr>
        <p:spPr>
          <a:xfrm>
            <a:off x="946355" y="1818201"/>
            <a:ext cx="35170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Place the </a:t>
            </a:r>
            <a:r>
              <a:rPr lang="en-US" sz="2400" b="1" dirty="0" err="1"/>
              <a:t>NeoPixel</a:t>
            </a:r>
            <a:r>
              <a:rPr lang="en-US" sz="2400" b="1" dirty="0"/>
              <a:t> strip in J15.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98444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1A6301-5139-A2C9-34DC-AFD1C51D5E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9450" y="2075998"/>
            <a:ext cx="4885191" cy="47691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4F81D-A1D0-931C-A3ED-15A81A939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MFL12_a : </a:t>
            </a:r>
            <a:r>
              <a:rPr lang="en-US" b="1" dirty="0" err="1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NeoPixel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Strip Control with Rotary Encoder</a:t>
            </a:r>
            <a:endParaRPr lang="en-GB" b="1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941D32-DC79-29C3-A71B-16F637AB6577}"/>
              </a:ext>
            </a:extLst>
          </p:cNvPr>
          <p:cNvSpPr/>
          <p:nvPr/>
        </p:nvSpPr>
        <p:spPr>
          <a:xfrm>
            <a:off x="9004852" y="6068329"/>
            <a:ext cx="281039" cy="653146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FE3C65-7FCF-BB9D-9837-E709F24B4E65}"/>
              </a:ext>
            </a:extLst>
          </p:cNvPr>
          <p:cNvSpPr txBox="1"/>
          <p:nvPr/>
        </p:nvSpPr>
        <p:spPr>
          <a:xfrm>
            <a:off x="606099" y="1542997"/>
            <a:ext cx="609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Execute the code (MFL12_a.ino) in the motion creative board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A91E38-6DBF-FDF1-E941-4333B5DDC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E5424-51EB-5DB7-72F1-6579328B6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8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D99489-FD0A-F53B-7556-D031BE8FEC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713C5F-A6EC-0005-92C1-8D5030D80255}"/>
              </a:ext>
            </a:extLst>
          </p:cNvPr>
          <p:cNvSpPr txBox="1"/>
          <p:nvPr/>
        </p:nvSpPr>
        <p:spPr>
          <a:xfrm>
            <a:off x="606098" y="2272606"/>
            <a:ext cx="42412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Place the </a:t>
            </a:r>
            <a:r>
              <a:rPr lang="en-US" sz="2400" b="1" dirty="0" err="1"/>
              <a:t>NeoPixel</a:t>
            </a:r>
            <a:r>
              <a:rPr lang="en-US" sz="2400" b="1" dirty="0"/>
              <a:t> strip in J15.</a:t>
            </a:r>
            <a:endParaRPr lang="en-US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D88451-50BB-6355-86EB-B8B091180342}"/>
              </a:ext>
            </a:extLst>
          </p:cNvPr>
          <p:cNvSpPr/>
          <p:nvPr/>
        </p:nvSpPr>
        <p:spPr>
          <a:xfrm>
            <a:off x="6856504" y="2906958"/>
            <a:ext cx="537354" cy="653146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D43795-B9B4-1BE5-504F-9ABACA8DCD20}"/>
              </a:ext>
            </a:extLst>
          </p:cNvPr>
          <p:cNvSpPr txBox="1"/>
          <p:nvPr/>
        </p:nvSpPr>
        <p:spPr>
          <a:xfrm>
            <a:off x="838200" y="3090201"/>
            <a:ext cx="4309253" cy="1477328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b="1" dirty="0"/>
              <a:t>Code for MFL13 </a:t>
            </a:r>
            <a:r>
              <a:rPr lang="sv-SE" b="1" dirty="0"/>
              <a:t>(MFL12_a.ino):</a:t>
            </a:r>
          </a:p>
          <a:p>
            <a:r>
              <a:rPr lang="en-GB" b="1" dirty="0">
                <a:hlinkClick r:id="rId4"/>
              </a:rPr>
              <a:t>https://github.com/info-zas/zas-robotics-motion/blob/main/01_FoundationProjects/MFL12/MFL12_a/MFL12_a.ino</a:t>
            </a:r>
            <a:endParaRPr lang="en-GB" b="1" dirty="0"/>
          </a:p>
          <a:p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407448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375</Words>
  <Application>Microsoft Office PowerPoint</Application>
  <PresentationFormat>Widescreen</PresentationFormat>
  <Paragraphs>73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Motion Kit (Kit 2)</vt:lpstr>
      <vt:lpstr>Motion Kit : Contents</vt:lpstr>
      <vt:lpstr>MFL12 : NeoPixel Strip</vt:lpstr>
      <vt:lpstr>PowerPoint Presentation</vt:lpstr>
      <vt:lpstr>MFL12 : NeoPixel Strip</vt:lpstr>
      <vt:lpstr>MFL12 : NeoPixel Strip</vt:lpstr>
      <vt:lpstr>MFL12_a : NeoPixel Strip Control with Rotary Encoder</vt:lpstr>
      <vt:lpstr>MFL12_a : NeoPixel Strip Control with Rotary Encoder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18</cp:revision>
  <dcterms:created xsi:type="dcterms:W3CDTF">2025-12-15T22:48:27Z</dcterms:created>
  <dcterms:modified xsi:type="dcterms:W3CDTF">2025-12-26T19:51:00Z</dcterms:modified>
</cp:coreProperties>
</file>