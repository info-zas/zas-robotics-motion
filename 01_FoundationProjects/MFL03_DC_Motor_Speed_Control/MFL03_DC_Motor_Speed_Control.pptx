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56" r:id="rId4"/>
    <p:sldId id="549" r:id="rId5"/>
    <p:sldId id="534" r:id="rId6"/>
    <p:sldId id="5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o-zas/zas-robotics-motion/tree/main/01_FoundationProjects/MFL03_DC_Motor_Speed_Control/MFL03_DC_Motor_Speed_Control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o-zas/zas-robotics-motion/tree/main/01_FoundationProjects/MFL03_DC_Motor_Speed_Control/MFL03_DC_Motor_Speed_Contro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o-zas/zas-robotics-motion/tree/main/01_FoundationProjects/MFL03_DC_Motor_Speed_Control/MFL03_DC_Motor_Speed_Control_OLED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MFL03)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MFL03: DC Motor Speed Control Using TB6612</a:t>
            </a:r>
            <a:endParaRPr lang="en-GB" sz="3600" b="1" dirty="0">
              <a:solidFill>
                <a:srgbClr val="7030A0"/>
              </a:solidFill>
            </a:endParaRPr>
          </a:p>
          <a:p>
            <a:endParaRPr lang="en-GB" sz="3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853F4-A5AB-1390-7DDC-E2B61DD15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Things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7C0C7-C0DC-93FA-867E-FDDBDF1E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026" y="2221578"/>
            <a:ext cx="3417779" cy="2297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CD1A54-6DD7-681A-548F-8ECD20D64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2639551" y="4781275"/>
            <a:ext cx="3708948" cy="2080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675" y="4001294"/>
            <a:ext cx="3708949" cy="25520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1A5286-7014-DEE8-A80C-AB03BFFBC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582" y="4412876"/>
            <a:ext cx="2160798" cy="25931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D121D7-796F-D973-14EC-4A4E56A02E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066" y="1953189"/>
            <a:ext cx="1632291" cy="16069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81C4A1-7C72-B183-EED1-B30FBF4E3F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299669" y="1307352"/>
            <a:ext cx="2408129" cy="284250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1C53E-9C7C-7C76-988C-68F857A19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D5E7C16-1C1D-463F-54CE-8B8C1486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E69B09-5F94-D984-AC4B-9E9BEB82FD8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FCBADE6A-754D-BE0A-E221-B696DF586711}"/>
              </a:ext>
            </a:extLst>
          </p:cNvPr>
          <p:cNvSpPr txBox="1">
            <a:spLocks/>
          </p:cNvSpPr>
          <p:nvPr/>
        </p:nvSpPr>
        <p:spPr>
          <a:xfrm>
            <a:off x="585079" y="322362"/>
            <a:ext cx="111939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MFL03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Speed Control DC Motor with TB6612 Motor Driver</a:t>
            </a:r>
          </a:p>
        </p:txBody>
      </p:sp>
    </p:spTree>
    <p:extLst>
      <p:ext uri="{BB962C8B-B14F-4D97-AF65-F5344CB8AC3E}">
        <p14:creationId xmlns:p14="http://schemas.microsoft.com/office/powerpoint/2010/main" val="409496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922C80-B72E-7394-FB15-403C27211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209" y="2176362"/>
            <a:ext cx="4885191" cy="47691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D2F155-9B60-C9A0-43F0-6DB30791CAB2}"/>
              </a:ext>
            </a:extLst>
          </p:cNvPr>
          <p:cNvSpPr txBox="1"/>
          <p:nvPr/>
        </p:nvSpPr>
        <p:spPr>
          <a:xfrm>
            <a:off x="834538" y="1616343"/>
            <a:ext cx="48851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Execute the code in the motion </a:t>
            </a:r>
          </a:p>
          <a:p>
            <a:r>
              <a:rPr lang="en-GB" sz="2000" b="1" dirty="0"/>
              <a:t>creative 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F57CA9-11BE-5321-D7CF-9F0B8CD7C025}"/>
              </a:ext>
            </a:extLst>
          </p:cNvPr>
          <p:cNvSpPr/>
          <p:nvPr/>
        </p:nvSpPr>
        <p:spPr>
          <a:xfrm>
            <a:off x="6857478" y="2176362"/>
            <a:ext cx="1812758" cy="214999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9D3F6E-A3BD-70C9-C3C6-7380A4944A38}"/>
              </a:ext>
            </a:extLst>
          </p:cNvPr>
          <p:cNvSpPr txBox="1"/>
          <p:nvPr/>
        </p:nvSpPr>
        <p:spPr>
          <a:xfrm>
            <a:off x="857969" y="2324229"/>
            <a:ext cx="4582768" cy="310854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r>
              <a:rPr lang="en-GB" sz="1400" dirty="0"/>
              <a:t>setup()</a:t>
            </a:r>
          </a:p>
          <a:p>
            <a:r>
              <a:rPr lang="en-GB" sz="1400" dirty="0"/>
              <a:t>    • Set motor driver pins as OUTPUT</a:t>
            </a:r>
          </a:p>
          <a:p>
            <a:r>
              <a:rPr lang="en-GB" sz="1400" dirty="0"/>
              <a:t>      (PWM pin, Direction pin 1, Direction pin 2)</a:t>
            </a:r>
          </a:p>
          <a:p>
            <a:endParaRPr lang="en-GB" sz="1400" dirty="0"/>
          </a:p>
          <a:p>
            <a:r>
              <a:rPr lang="en-GB" sz="1400" dirty="0"/>
              <a:t>loop()</a:t>
            </a:r>
          </a:p>
          <a:p>
            <a:r>
              <a:rPr lang="en-GB" sz="1400" dirty="0"/>
              <a:t>    • Set motor speed (0–255)</a:t>
            </a:r>
          </a:p>
          <a:p>
            <a:r>
              <a:rPr lang="en-GB" sz="1400" dirty="0"/>
              <a:t>    • Run motor forward for 1 second</a:t>
            </a:r>
          </a:p>
          <a:p>
            <a:r>
              <a:rPr lang="en-GB" sz="1400" dirty="0"/>
              <a:t>    • Run motor backward for 1 second</a:t>
            </a:r>
          </a:p>
          <a:p>
            <a:endParaRPr lang="en-GB" sz="1400" dirty="0"/>
          </a:p>
          <a:p>
            <a:r>
              <a:rPr lang="en-GB" sz="1400" dirty="0"/>
              <a:t>forward()</a:t>
            </a:r>
          </a:p>
          <a:p>
            <a:r>
              <a:rPr lang="en-GB" sz="1400" dirty="0"/>
              <a:t>    • Set direction pins for forward motion</a:t>
            </a:r>
          </a:p>
          <a:p>
            <a:endParaRPr lang="en-GB" sz="1400" dirty="0"/>
          </a:p>
          <a:p>
            <a:r>
              <a:rPr lang="en-GB" sz="1400" dirty="0"/>
              <a:t>backward()</a:t>
            </a:r>
          </a:p>
          <a:p>
            <a:r>
              <a:rPr lang="en-GB" sz="1400" dirty="0"/>
              <a:t>    • Set direction pins for reverse motion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A4D6D7-32E4-5CA3-1E7A-57266DC7D82A}"/>
              </a:ext>
            </a:extLst>
          </p:cNvPr>
          <p:cNvSpPr txBox="1"/>
          <p:nvPr/>
        </p:nvSpPr>
        <p:spPr>
          <a:xfrm>
            <a:off x="938618" y="5681767"/>
            <a:ext cx="4885191" cy="95410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GB" dirty="0">
                <a:hlinkClick r:id="rId3"/>
              </a:rPr>
              <a:t>https://github.com/info-zas/zas-robotics-motion/tree/main/01_FoundationProjects/MFL03_DC_Motor_Speed_Control/MFL03_DC_Motor_Speed_Control</a:t>
            </a:r>
            <a:endParaRPr lang="en-GB" dirty="0"/>
          </a:p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08C58-1FF5-FB63-9594-22053E049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06/12/2025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9291D4-64F8-8FD7-547C-00202BE0E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4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54CDFF-81F3-3957-D625-A1D52E9744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D604BB6-FCEF-7F1C-5082-10612F611BCE}"/>
              </a:ext>
            </a:extLst>
          </p:cNvPr>
          <p:cNvSpPr txBox="1">
            <a:spLocks/>
          </p:cNvSpPr>
          <p:nvPr/>
        </p:nvSpPr>
        <p:spPr>
          <a:xfrm>
            <a:off x="585079" y="322362"/>
            <a:ext cx="111939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MFL03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Speed Control DC Motor with TB6612 Motor Driver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6BD527-1860-E6B9-A8F6-6F20A77B6036}"/>
              </a:ext>
            </a:extLst>
          </p:cNvPr>
          <p:cNvSpPr txBox="1"/>
          <p:nvPr/>
        </p:nvSpPr>
        <p:spPr bwMode="auto">
          <a:xfrm>
            <a:off x="765711" y="5404768"/>
            <a:ext cx="53804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200" b="1" dirty="0"/>
              <a:t>Code for Lesson MFL03 (</a:t>
            </a:r>
            <a:r>
              <a:rPr lang="en-US" sz="1200" b="1" dirty="0"/>
              <a:t>MFL03_DC_Motor_Speed_Control</a:t>
            </a:r>
            <a:r>
              <a:rPr lang="en-GB" sz="1200" b="1" dirty="0"/>
              <a:t>.ino):</a:t>
            </a:r>
          </a:p>
        </p:txBody>
      </p:sp>
    </p:spTree>
    <p:extLst>
      <p:ext uri="{BB962C8B-B14F-4D97-AF65-F5344CB8AC3E}">
        <p14:creationId xmlns:p14="http://schemas.microsoft.com/office/powerpoint/2010/main" val="3391015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9B10A2F-F915-0483-BCA6-BAE851D34D7F}"/>
              </a:ext>
            </a:extLst>
          </p:cNvPr>
          <p:cNvSpPr/>
          <p:nvPr/>
        </p:nvSpPr>
        <p:spPr>
          <a:xfrm>
            <a:off x="7495761" y="2733261"/>
            <a:ext cx="437322" cy="23853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28575"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9" name="Arrow: Bent-Up 8">
            <a:extLst>
              <a:ext uri="{FF2B5EF4-FFF2-40B4-BE49-F238E27FC236}">
                <a16:creationId xmlns:a16="http://schemas.microsoft.com/office/drawing/2014/main" id="{73CEA5EA-ABF5-D4FD-A153-A6245C38A9C9}"/>
              </a:ext>
            </a:extLst>
          </p:cNvPr>
          <p:cNvSpPr/>
          <p:nvPr/>
        </p:nvSpPr>
        <p:spPr>
          <a:xfrm>
            <a:off x="5555973" y="2971800"/>
            <a:ext cx="2117035" cy="139148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E213A9-29ED-F81F-F43E-1FA2DFB4FEDB}"/>
              </a:ext>
            </a:extLst>
          </p:cNvPr>
          <p:cNvSpPr txBox="1"/>
          <p:nvPr/>
        </p:nvSpPr>
        <p:spPr>
          <a:xfrm>
            <a:off x="3289853" y="3110948"/>
            <a:ext cx="26537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Change the value between 0 to 255 to observe the speed changes of DC motor</a:t>
            </a:r>
          </a:p>
          <a:p>
            <a:r>
              <a:rPr lang="en-GB" b="1" dirty="0">
                <a:solidFill>
                  <a:srgbClr val="FF0000"/>
                </a:solidFill>
              </a:rPr>
              <a:t>0</a:t>
            </a:r>
            <a:r>
              <a:rPr lang="en-GB" dirty="0"/>
              <a:t>,1,3,15,31,63,</a:t>
            </a:r>
            <a:r>
              <a:rPr lang="en-GB" b="1" dirty="0">
                <a:solidFill>
                  <a:srgbClr val="FF0000"/>
                </a:solidFill>
              </a:rPr>
              <a:t>127</a:t>
            </a:r>
            <a:r>
              <a:rPr lang="en-GB" dirty="0"/>
              <a:t>,</a:t>
            </a:r>
            <a:r>
              <a:rPr lang="en-GB" b="1" dirty="0">
                <a:solidFill>
                  <a:srgbClr val="FF0000"/>
                </a:solidFill>
              </a:rPr>
              <a:t>255</a:t>
            </a:r>
            <a:r>
              <a:rPr lang="en-GB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356260-9C70-2D94-B122-A1E60B3F8C47}"/>
              </a:ext>
            </a:extLst>
          </p:cNvPr>
          <p:cNvSpPr txBox="1"/>
          <p:nvPr/>
        </p:nvSpPr>
        <p:spPr>
          <a:xfrm>
            <a:off x="838200" y="1625570"/>
            <a:ext cx="6093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Execute the code in the motion creative 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FD13B5-114E-8646-16C9-29430166F81C}"/>
              </a:ext>
            </a:extLst>
          </p:cNvPr>
          <p:cNvSpPr txBox="1"/>
          <p:nvPr/>
        </p:nvSpPr>
        <p:spPr>
          <a:xfrm>
            <a:off x="6438072" y="1402575"/>
            <a:ext cx="3799233" cy="507831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200" dirty="0"/>
              <a:t>void setup() { 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pinMode</a:t>
            </a:r>
            <a:r>
              <a:rPr lang="en-GB" sz="1200" dirty="0"/>
              <a:t>(5, OUTPUT);  // PWM speed control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pinMode</a:t>
            </a:r>
            <a:r>
              <a:rPr lang="en-GB" sz="1200" dirty="0"/>
              <a:t>(6, OUTPUT);  // Direction pin 1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pinMode</a:t>
            </a:r>
            <a:r>
              <a:rPr lang="en-GB" sz="1200" dirty="0"/>
              <a:t>(4, OUTPUT);  // Direction pin 2</a:t>
            </a:r>
          </a:p>
          <a:p>
            <a:r>
              <a:rPr lang="en-GB" sz="1200" dirty="0"/>
              <a:t>}</a:t>
            </a:r>
          </a:p>
          <a:p>
            <a:endParaRPr lang="en-GB" sz="1200" dirty="0"/>
          </a:p>
          <a:p>
            <a:r>
              <a:rPr lang="en-GB" sz="1200" dirty="0"/>
              <a:t>void loop() {</a:t>
            </a:r>
          </a:p>
          <a:p>
            <a:r>
              <a:rPr lang="en-GB" sz="1200" dirty="0"/>
              <a:t> </a:t>
            </a:r>
            <a:r>
              <a:rPr lang="en-GB" sz="1200" dirty="0" err="1"/>
              <a:t>analogWrite</a:t>
            </a:r>
            <a:r>
              <a:rPr lang="en-GB" sz="1200" dirty="0"/>
              <a:t>(5, 255);   // Speed (0–255), adjust as needed</a:t>
            </a:r>
          </a:p>
          <a:p>
            <a:endParaRPr lang="en-GB" sz="1200" dirty="0"/>
          </a:p>
          <a:p>
            <a:r>
              <a:rPr lang="en-GB" sz="1200" dirty="0"/>
              <a:t>  forward();</a:t>
            </a:r>
          </a:p>
          <a:p>
            <a:r>
              <a:rPr lang="en-GB" sz="1200" dirty="0"/>
              <a:t>  delay(1000);</a:t>
            </a:r>
          </a:p>
          <a:p>
            <a:endParaRPr lang="en-GB" sz="1200" dirty="0"/>
          </a:p>
          <a:p>
            <a:r>
              <a:rPr lang="en-GB" sz="1200" dirty="0"/>
              <a:t>  backward();</a:t>
            </a:r>
          </a:p>
          <a:p>
            <a:r>
              <a:rPr lang="en-GB" sz="1200" dirty="0"/>
              <a:t>  delay(1000);</a:t>
            </a:r>
          </a:p>
          <a:p>
            <a:r>
              <a:rPr lang="en-GB" sz="1200" dirty="0"/>
              <a:t>}</a:t>
            </a:r>
          </a:p>
          <a:p>
            <a:endParaRPr lang="en-GB" sz="1200" dirty="0"/>
          </a:p>
          <a:p>
            <a:r>
              <a:rPr lang="en-GB" sz="1200" dirty="0"/>
              <a:t>// Function to move motor forward</a:t>
            </a:r>
          </a:p>
          <a:p>
            <a:r>
              <a:rPr lang="en-GB" sz="1200" dirty="0"/>
              <a:t>void forward() {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digitalWrite</a:t>
            </a:r>
            <a:r>
              <a:rPr lang="en-GB" sz="1200" dirty="0"/>
              <a:t>(6, HIGH); // Forward direction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digitalWrite</a:t>
            </a:r>
            <a:r>
              <a:rPr lang="en-GB" sz="1200" dirty="0"/>
              <a:t>(4, LOW);</a:t>
            </a:r>
          </a:p>
          <a:p>
            <a:r>
              <a:rPr lang="en-GB" sz="1200" dirty="0"/>
              <a:t>}</a:t>
            </a:r>
          </a:p>
          <a:p>
            <a:endParaRPr lang="en-GB" sz="1200" dirty="0"/>
          </a:p>
          <a:p>
            <a:r>
              <a:rPr lang="en-GB" sz="1200" dirty="0"/>
              <a:t>// Function to move motor backward</a:t>
            </a:r>
          </a:p>
          <a:p>
            <a:r>
              <a:rPr lang="en-GB" sz="1200" dirty="0"/>
              <a:t>void backward() {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digitalWrite</a:t>
            </a:r>
            <a:r>
              <a:rPr lang="en-GB" sz="1200" dirty="0"/>
              <a:t>(6, LOW);  // Reverse direction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digitalWrite</a:t>
            </a:r>
            <a:r>
              <a:rPr lang="en-GB" sz="1200" dirty="0"/>
              <a:t>(4, HIGH);</a:t>
            </a:r>
          </a:p>
          <a:p>
            <a:r>
              <a:rPr lang="en-GB" sz="1200" dirty="0"/>
              <a:t>}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A12B31-2B98-9CFA-E4C6-A2E6040E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6E89B-BD03-06C4-430C-21A2905C8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5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F28208-BE00-3639-3057-A99FBF0A87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159D3063-093A-9093-7448-665A7B073FD7}"/>
              </a:ext>
            </a:extLst>
          </p:cNvPr>
          <p:cNvSpPr txBox="1">
            <a:spLocks/>
          </p:cNvSpPr>
          <p:nvPr/>
        </p:nvSpPr>
        <p:spPr>
          <a:xfrm>
            <a:off x="499017" y="136525"/>
            <a:ext cx="111939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MFL03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Speed Control DC Motor with TB6612 Motor Driver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F92A19-B2CB-470F-032C-33246725B5C4}"/>
              </a:ext>
            </a:extLst>
          </p:cNvPr>
          <p:cNvSpPr txBox="1"/>
          <p:nvPr/>
        </p:nvSpPr>
        <p:spPr>
          <a:xfrm>
            <a:off x="436386" y="5417237"/>
            <a:ext cx="4885191" cy="95410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GB" dirty="0">
                <a:hlinkClick r:id="rId3"/>
              </a:rPr>
              <a:t>https://github.com/info-zas/zas-robotics-motion/tree/main/01_FoundationProjects/MFL03_DC_Motor_Speed_Control/MFL03_DC_Motor_Speed_Control</a:t>
            </a:r>
            <a:endParaRPr lang="en-GB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C2830A-C1EF-E32D-96CF-CCAD24A62536}"/>
              </a:ext>
            </a:extLst>
          </p:cNvPr>
          <p:cNvSpPr txBox="1"/>
          <p:nvPr/>
        </p:nvSpPr>
        <p:spPr bwMode="auto">
          <a:xfrm>
            <a:off x="373432" y="5140238"/>
            <a:ext cx="53804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200" b="1" dirty="0"/>
              <a:t>Code for Lesson MFL03 (</a:t>
            </a:r>
            <a:r>
              <a:rPr lang="en-US" sz="1200" b="1" dirty="0"/>
              <a:t>MFL03_DC_Motor_Speed_Control</a:t>
            </a:r>
            <a:r>
              <a:rPr lang="en-GB" sz="1200" b="1" dirty="0"/>
              <a:t>.ino):</a:t>
            </a:r>
          </a:p>
        </p:txBody>
      </p:sp>
    </p:spTree>
    <p:extLst>
      <p:ext uri="{BB962C8B-B14F-4D97-AF65-F5344CB8AC3E}">
        <p14:creationId xmlns:p14="http://schemas.microsoft.com/office/powerpoint/2010/main" val="693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AE73060-5DF8-4176-7B59-146C4EDF2776}"/>
              </a:ext>
            </a:extLst>
          </p:cNvPr>
          <p:cNvSpPr txBox="1">
            <a:spLocks/>
          </p:cNvSpPr>
          <p:nvPr/>
        </p:nvSpPr>
        <p:spPr>
          <a:xfrm>
            <a:off x="585079" y="322362"/>
            <a:ext cx="111939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MFL03: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Display Speed and Direction of DC Motor in OLED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8B8B26-070E-FE8E-331E-4F9B21567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209" y="2176362"/>
            <a:ext cx="4885191" cy="47691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690BB6-2A19-D859-9016-4549BD744FD4}"/>
              </a:ext>
            </a:extLst>
          </p:cNvPr>
          <p:cNvSpPr/>
          <p:nvPr/>
        </p:nvSpPr>
        <p:spPr>
          <a:xfrm>
            <a:off x="6857478" y="2176362"/>
            <a:ext cx="1812758" cy="214999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490BC6-54E3-B0A4-50A9-7D869A92980B}"/>
              </a:ext>
            </a:extLst>
          </p:cNvPr>
          <p:cNvSpPr/>
          <p:nvPr/>
        </p:nvSpPr>
        <p:spPr>
          <a:xfrm>
            <a:off x="6292645" y="4326352"/>
            <a:ext cx="1281294" cy="112236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AA55DC-BDA0-E380-897F-F8A8E24FD733}"/>
              </a:ext>
            </a:extLst>
          </p:cNvPr>
          <p:cNvSpPr txBox="1"/>
          <p:nvPr/>
        </p:nvSpPr>
        <p:spPr>
          <a:xfrm>
            <a:off x="825912" y="1748994"/>
            <a:ext cx="4370436" cy="369331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Include required libraries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OLED display libraries</a:t>
            </a:r>
          </a:p>
          <a:p>
            <a:pPr>
              <a:buNone/>
            </a:pPr>
            <a:r>
              <a:rPr lang="en-US" b="1" dirty="0"/>
              <a:t>setup()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motor speed pin as OUTPUT (PWM)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motor direction pins as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Initialize OLED display</a:t>
            </a:r>
          </a:p>
          <a:p>
            <a:pPr>
              <a:buNone/>
            </a:pPr>
            <a:r>
              <a:rPr lang="en-US" b="1" dirty="0"/>
              <a:t>loop()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motor speed using PWM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Rotate motor in forward direction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 motor direction and speed on OLED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Rotate motor in backward direction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 motor direction and speed on OLED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Repeat continuously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F7D3C7-80BE-1792-42DC-B64D23A3C580}"/>
              </a:ext>
            </a:extLst>
          </p:cNvPr>
          <p:cNvSpPr txBox="1"/>
          <p:nvPr/>
        </p:nvSpPr>
        <p:spPr bwMode="auto">
          <a:xfrm>
            <a:off x="825911" y="5543382"/>
            <a:ext cx="4983873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400" b="1" dirty="0"/>
              <a:t>Code for Lesson MFL03 (</a:t>
            </a:r>
            <a:r>
              <a:rPr lang="en-US" sz="1400" b="1" dirty="0"/>
              <a:t>MFL03_DC_Motor_Speed_Control_OLED</a:t>
            </a:r>
            <a:r>
              <a:rPr lang="en-GB" sz="1400" b="1" dirty="0"/>
              <a:t>.ino):</a:t>
            </a:r>
          </a:p>
          <a:p>
            <a:pPr>
              <a:defRPr/>
            </a:pPr>
            <a:r>
              <a:rPr lang="en-GB" sz="1400" b="1" dirty="0">
                <a:hlinkClick r:id="rId3"/>
              </a:rPr>
              <a:t>https://github.com/info-zas/zas-robotics-motion/tree/main/01_FoundationProjects/MFL03_DC_Motor_Speed_Control/MFL03_DC_Motor_Speed_Control_OLED</a:t>
            </a:r>
            <a:endParaRPr lang="en-GB" sz="1400" b="1" dirty="0"/>
          </a:p>
          <a:p>
            <a:pPr>
              <a:defRPr/>
            </a:pPr>
            <a:endParaRPr lang="en-GB" sz="1400" b="1" dirty="0"/>
          </a:p>
        </p:txBody>
      </p:sp>
    </p:spTree>
    <p:extLst>
      <p:ext uri="{BB962C8B-B14F-4D97-AF65-F5344CB8AC3E}">
        <p14:creationId xmlns:p14="http://schemas.microsoft.com/office/powerpoint/2010/main" val="1316252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547</Words>
  <Application>Microsoft Office PowerPoint</Application>
  <PresentationFormat>Widescreen</PresentationFormat>
  <Paragraphs>85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14</cp:revision>
  <dcterms:created xsi:type="dcterms:W3CDTF">2025-12-15T22:48:27Z</dcterms:created>
  <dcterms:modified xsi:type="dcterms:W3CDTF">2026-01-18T00:42:24Z</dcterms:modified>
</cp:coreProperties>
</file>