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56" r:id="rId4"/>
    <p:sldId id="562" r:id="rId5"/>
    <p:sldId id="563" r:id="rId6"/>
    <p:sldId id="554" r:id="rId7"/>
    <p:sldId id="553" r:id="rId8"/>
    <p:sldId id="5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info-zas/zas-robotics-motion/tree/main/01_FoundationProjects/MFL05_Accelerometer/MFL05_Accelerometer_MPU6050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info-zas/zas-robotics-motion/tree/main/01_FoundationProjects/MFL05_Accelerometer/MFL05_Accelerometer_MPU605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hyperlink" Target="https://github.com/info-zas/zas-robotics-motion/tree/main/01_FoundationProjects/MFL05_Accelerometer/MFL05_Accelerometer_MPU6050_OLE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MFL05)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MFL05: Accelerometer MPU6050</a:t>
            </a:r>
            <a:endParaRPr lang="en-GB" sz="3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3488-3A03-97E8-CC2F-00078C44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39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MFL05 :</a:t>
            </a:r>
            <a:b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Accelerometer MPU6050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853F4-A5AB-1390-7DDC-E2B61DD15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Things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7C0C7-C0DC-93FA-867E-FDDBDF1E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698" y="2076725"/>
            <a:ext cx="3417779" cy="2297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CD1A54-6DD7-681A-548F-8ECD20D64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2639551" y="4781275"/>
            <a:ext cx="3708948" cy="2080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761" y="4604105"/>
            <a:ext cx="2832863" cy="1949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1A5286-7014-DEE8-A80C-AB03BFFBC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24" y="2544747"/>
            <a:ext cx="2160798" cy="259318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1C53E-9C7C-7C76-988C-68F857A19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D5E7C16-1C1D-463F-54CE-8B8C1486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E69B09-5F94-D984-AC4B-9E9BEB82FD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95DFFD-7192-AA42-176A-8F9F2CDDAB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9188" y="2055811"/>
            <a:ext cx="1170012" cy="162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6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ircuit board with wires and wires&#10;&#10;AI-generated content may be incorrect.">
            <a:extLst>
              <a:ext uri="{FF2B5EF4-FFF2-40B4-BE49-F238E27FC236}">
                <a16:creationId xmlns:a16="http://schemas.microsoft.com/office/drawing/2014/main" id="{DA5807CF-6C02-E903-6F57-093B77DEB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394" y="1906004"/>
            <a:ext cx="6732109" cy="30002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766865-7753-1DB2-36DD-757E1D39FDD5}"/>
              </a:ext>
            </a:extLst>
          </p:cNvPr>
          <p:cNvSpPr txBox="1"/>
          <p:nvPr/>
        </p:nvSpPr>
        <p:spPr>
          <a:xfrm>
            <a:off x="838200" y="279294"/>
            <a:ext cx="6096000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 dirty="0"/>
              <a:t>MFL05 :</a:t>
            </a:r>
            <a:br>
              <a:rPr lang="en-GB" dirty="0"/>
            </a:br>
            <a:r>
              <a:rPr lang="en-GB" dirty="0"/>
              <a:t>Accelerometer MPU6050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4E29ED5-3326-ACE0-91AF-517061BAE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083976"/>
              </p:ext>
            </p:extLst>
          </p:nvPr>
        </p:nvGraphicFramePr>
        <p:xfrm>
          <a:off x="8043475" y="2842193"/>
          <a:ext cx="3690375" cy="1127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703">
                  <a:extLst>
                    <a:ext uri="{9D8B030D-6E8A-4147-A177-3AD203B41FA5}">
                      <a16:colId xmlns:a16="http://schemas.microsoft.com/office/drawing/2014/main" val="1303422274"/>
                    </a:ext>
                  </a:extLst>
                </a:gridCol>
                <a:gridCol w="1484672">
                  <a:extLst>
                    <a:ext uri="{9D8B030D-6E8A-4147-A177-3AD203B41FA5}">
                      <a16:colId xmlns:a16="http://schemas.microsoft.com/office/drawing/2014/main" val="326812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Arduino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Breadboard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140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GND (Brown Wire)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Blueline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797599"/>
                  </a:ext>
                </a:extLst>
              </a:tr>
              <a:tr h="386236">
                <a:tc>
                  <a:txBody>
                    <a:bodyPr/>
                    <a:lstStyle/>
                    <a:p>
                      <a:r>
                        <a:rPr lang="en-GB" dirty="0"/>
                        <a:t>5V (Red Wire)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Redline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0899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E80B933-C734-4B65-5F9D-9708848A842B}"/>
              </a:ext>
            </a:extLst>
          </p:cNvPr>
          <p:cNvSpPr txBox="1"/>
          <p:nvPr/>
        </p:nvSpPr>
        <p:spPr>
          <a:xfrm>
            <a:off x="7945153" y="2380528"/>
            <a:ext cx="3576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>
                <a:solidFill>
                  <a:srgbClr val="00B0F0"/>
                </a:solidFill>
              </a:rPr>
              <a:t>Connections:</a:t>
            </a:r>
          </a:p>
        </p:txBody>
      </p:sp>
    </p:spTree>
    <p:extLst>
      <p:ext uri="{BB962C8B-B14F-4D97-AF65-F5344CB8AC3E}">
        <p14:creationId xmlns:p14="http://schemas.microsoft.com/office/powerpoint/2010/main" val="395078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ircuit board with wires&#10;&#10;AI-generated content may be incorrect.">
            <a:extLst>
              <a:ext uri="{FF2B5EF4-FFF2-40B4-BE49-F238E27FC236}">
                <a16:creationId xmlns:a16="http://schemas.microsoft.com/office/drawing/2014/main" id="{12F88859-2902-DBE2-1F70-D6D4017F2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063" y="2264079"/>
            <a:ext cx="7714045" cy="31338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91A383-0DAA-2530-0F5F-396EF8FA30C6}"/>
              </a:ext>
            </a:extLst>
          </p:cNvPr>
          <p:cNvSpPr txBox="1"/>
          <p:nvPr/>
        </p:nvSpPr>
        <p:spPr>
          <a:xfrm>
            <a:off x="838200" y="279294"/>
            <a:ext cx="6096000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 dirty="0"/>
              <a:t>MFL05 :</a:t>
            </a:r>
            <a:br>
              <a:rPr lang="en-GB" dirty="0"/>
            </a:br>
            <a:r>
              <a:rPr lang="en-GB" dirty="0"/>
              <a:t>Accelerometer MPU6050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B8DF73-81A9-B234-D75E-463B6B987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149964"/>
              </p:ext>
            </p:extLst>
          </p:nvPr>
        </p:nvGraphicFramePr>
        <p:xfrm>
          <a:off x="9169462" y="2780116"/>
          <a:ext cx="2717738" cy="188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683">
                  <a:extLst>
                    <a:ext uri="{9D8B030D-6E8A-4147-A177-3AD203B41FA5}">
                      <a16:colId xmlns:a16="http://schemas.microsoft.com/office/drawing/2014/main" val="1303422274"/>
                    </a:ext>
                  </a:extLst>
                </a:gridCol>
                <a:gridCol w="1594055">
                  <a:extLst>
                    <a:ext uri="{9D8B030D-6E8A-4147-A177-3AD203B41FA5}">
                      <a16:colId xmlns:a16="http://schemas.microsoft.com/office/drawing/2014/main" val="326812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MPU6050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140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557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797599"/>
                  </a:ext>
                </a:extLst>
              </a:tr>
              <a:tr h="386236">
                <a:tc>
                  <a:txBody>
                    <a:bodyPr/>
                    <a:lstStyle/>
                    <a:p>
                      <a:r>
                        <a:rPr lang="en-GB" dirty="0"/>
                        <a:t>SCL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08992"/>
                  </a:ext>
                </a:extLst>
              </a:tr>
              <a:tr h="386236">
                <a:tc>
                  <a:txBody>
                    <a:bodyPr/>
                    <a:lstStyle/>
                    <a:p>
                      <a:r>
                        <a:rPr lang="en-GB" dirty="0"/>
                        <a:t>SDA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99959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32A48C0-2AA1-501E-D010-78AFF57F18BC}"/>
              </a:ext>
            </a:extLst>
          </p:cNvPr>
          <p:cNvSpPr txBox="1"/>
          <p:nvPr/>
        </p:nvSpPr>
        <p:spPr>
          <a:xfrm>
            <a:off x="9066030" y="2264079"/>
            <a:ext cx="2162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>
                <a:solidFill>
                  <a:srgbClr val="00B0F0"/>
                </a:solidFill>
              </a:rPr>
              <a:t>Connections:</a:t>
            </a:r>
          </a:p>
        </p:txBody>
      </p:sp>
    </p:spTree>
    <p:extLst>
      <p:ext uri="{BB962C8B-B14F-4D97-AF65-F5344CB8AC3E}">
        <p14:creationId xmlns:p14="http://schemas.microsoft.com/office/powerpoint/2010/main" val="2228929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799F-1CAE-40B2-0C67-E27BC4C4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MFL05 :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Accelerometer MPU6050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93EFCA-E3AB-AEA4-5037-53A1BE723E2A}"/>
              </a:ext>
            </a:extLst>
          </p:cNvPr>
          <p:cNvSpPr txBox="1"/>
          <p:nvPr/>
        </p:nvSpPr>
        <p:spPr>
          <a:xfrm>
            <a:off x="939247" y="2055812"/>
            <a:ext cx="3908056" cy="369331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Include libraries</a:t>
            </a:r>
            <a:endParaRPr lang="en-GB" dirty="0"/>
          </a:p>
          <a:p>
            <a:endParaRPr lang="en-GB" b="1" dirty="0"/>
          </a:p>
          <a:p>
            <a:r>
              <a:rPr lang="en-GB" b="1" dirty="0"/>
              <a:t>setup()</a:t>
            </a:r>
            <a:endParaRPr lang="en-GB" dirty="0"/>
          </a:p>
          <a:p>
            <a:r>
              <a:rPr lang="en-GB" dirty="0"/>
              <a:t>Start serial communication</a:t>
            </a:r>
          </a:p>
          <a:p>
            <a:r>
              <a:rPr lang="en-GB" dirty="0"/>
              <a:t>Start I2C communication</a:t>
            </a:r>
          </a:p>
          <a:p>
            <a:r>
              <a:rPr lang="en-GB" dirty="0"/>
              <a:t>Initialize MPU6050 sensor</a:t>
            </a:r>
          </a:p>
          <a:p>
            <a:r>
              <a:rPr lang="en-GB" dirty="0"/>
              <a:t>Check sensor connection</a:t>
            </a:r>
          </a:p>
          <a:p>
            <a:endParaRPr lang="en-GB" dirty="0"/>
          </a:p>
          <a:p>
            <a:r>
              <a:rPr lang="en-GB" b="1" dirty="0"/>
              <a:t>loop()</a:t>
            </a:r>
            <a:endParaRPr lang="en-GB" dirty="0"/>
          </a:p>
          <a:p>
            <a:r>
              <a:rPr lang="en-GB" dirty="0"/>
              <a:t>Read acceleration values (AX, AY, AZ)</a:t>
            </a:r>
          </a:p>
          <a:p>
            <a:r>
              <a:rPr lang="en-GB" dirty="0"/>
              <a:t>Print values on Serial Monitor</a:t>
            </a:r>
          </a:p>
          <a:p>
            <a:r>
              <a:rPr lang="en-GB" dirty="0"/>
              <a:t>Repeat continuously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09162-A8C6-AAA3-354C-48ACA3179781}"/>
              </a:ext>
            </a:extLst>
          </p:cNvPr>
          <p:cNvSpPr txBox="1"/>
          <p:nvPr/>
        </p:nvSpPr>
        <p:spPr>
          <a:xfrm>
            <a:off x="7031990" y="2445206"/>
            <a:ext cx="4309253" cy="1477328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https://github.com/info-zas/zas-robotics-motion/tree/main/01_FoundationProjects/MFL05_Accelerometer/MFL05_Accelerometer_MPU6050</a:t>
            </a:r>
            <a:endParaRPr lang="en-GB" dirty="0"/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42D0-3030-282B-5A3C-2DE19783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A266-1F65-304A-A057-514285F9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6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DF16E-C74A-469D-CC6C-7B12E4AA3D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F1952A-9825-9A94-1240-15F95EA276B5}"/>
              </a:ext>
            </a:extLst>
          </p:cNvPr>
          <p:cNvSpPr txBox="1"/>
          <p:nvPr/>
        </p:nvSpPr>
        <p:spPr bwMode="auto">
          <a:xfrm>
            <a:off x="6932440" y="1732646"/>
            <a:ext cx="5599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MFL05 (MFL05_Accelerometer_MPU6050.ino):</a:t>
            </a:r>
          </a:p>
        </p:txBody>
      </p:sp>
    </p:spTree>
    <p:extLst>
      <p:ext uri="{BB962C8B-B14F-4D97-AF65-F5344CB8AC3E}">
        <p14:creationId xmlns:p14="http://schemas.microsoft.com/office/powerpoint/2010/main" val="3020718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4F81D-A1D0-931C-A3ED-15A81A93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MFL05 :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Accelerometer MPU6050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same code in the motion creative 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14551-EBEB-F0C1-E417-FCBD36193F47}"/>
              </a:ext>
            </a:extLst>
          </p:cNvPr>
          <p:cNvSpPr txBox="1"/>
          <p:nvPr/>
        </p:nvSpPr>
        <p:spPr>
          <a:xfrm>
            <a:off x="479056" y="3241011"/>
            <a:ext cx="5144997" cy="120032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https://github.com/info-zas/zas-robotics-motion/tree/main/01_FoundationProjects/MFL05_Accelerometer/MFL05_Accelerometer_MPU6050</a:t>
            </a:r>
            <a:endParaRPr lang="en-GB" dirty="0"/>
          </a:p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7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91C2BF-6BA2-9458-3577-3127D86117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948" y="1449471"/>
            <a:ext cx="5470956" cy="53273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941D32-DC79-29C3-A71B-16F637AB6577}"/>
              </a:ext>
            </a:extLst>
          </p:cNvPr>
          <p:cNvSpPr/>
          <p:nvPr/>
        </p:nvSpPr>
        <p:spPr>
          <a:xfrm>
            <a:off x="7796981" y="5714665"/>
            <a:ext cx="1207871" cy="84909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FF63D9-889B-6E8C-8283-4FAE5E2DB6B6}"/>
              </a:ext>
            </a:extLst>
          </p:cNvPr>
          <p:cNvSpPr txBox="1"/>
          <p:nvPr/>
        </p:nvSpPr>
        <p:spPr bwMode="auto">
          <a:xfrm>
            <a:off x="479056" y="2602026"/>
            <a:ext cx="469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MFL05 (MFL05_Accelerometer_MPU6050.ino):</a:t>
            </a:r>
          </a:p>
        </p:txBody>
      </p:sp>
    </p:spTree>
    <p:extLst>
      <p:ext uri="{BB962C8B-B14F-4D97-AF65-F5344CB8AC3E}">
        <p14:creationId xmlns:p14="http://schemas.microsoft.com/office/powerpoint/2010/main" val="3149508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AEECCA-0A3C-EFD5-2CAF-37DF339A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MFL05:</a:t>
            </a:r>
            <a:b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Accelerometer MPU6050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A57CAF-C0B2-A5F9-EC5D-F2D350D8B509}"/>
              </a:ext>
            </a:extLst>
          </p:cNvPr>
          <p:cNvSpPr txBox="1"/>
          <p:nvPr/>
        </p:nvSpPr>
        <p:spPr bwMode="auto">
          <a:xfrm>
            <a:off x="951005" y="5384007"/>
            <a:ext cx="5144995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400" b="1" dirty="0"/>
              <a:t>Code for Lesson MFL05 (MFL05_Accelerometer_MPU6050_OLED.ino):</a:t>
            </a:r>
          </a:p>
          <a:p>
            <a:pPr>
              <a:defRPr/>
            </a:pPr>
            <a:r>
              <a:rPr lang="en-GB" sz="1400" b="1" dirty="0">
                <a:hlinkClick r:id="rId2"/>
              </a:rPr>
              <a:t>https://github.com/info-zas/zas-robotics-motion/tree/main/01_FoundationProjects/MFL05_Accelerometer/MFL05_Accelerometer_MPU6050_OLED</a:t>
            </a:r>
            <a:endParaRPr lang="en-GB" sz="1400" b="1" dirty="0"/>
          </a:p>
          <a:p>
            <a:pPr>
              <a:defRPr/>
            </a:pPr>
            <a:endParaRPr lang="en-GB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CA01F1-12D0-3642-C771-1D7350FAB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84" y="1430323"/>
            <a:ext cx="5490620" cy="534649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034D15C-33D1-1EE1-A451-CFA31296F2BA}"/>
              </a:ext>
            </a:extLst>
          </p:cNvPr>
          <p:cNvSpPr/>
          <p:nvPr/>
        </p:nvSpPr>
        <p:spPr>
          <a:xfrm>
            <a:off x="8062452" y="5751871"/>
            <a:ext cx="942400" cy="811886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8BD237-3356-C75C-12CF-0C4E0726F2A5}"/>
              </a:ext>
            </a:extLst>
          </p:cNvPr>
          <p:cNvSpPr/>
          <p:nvPr/>
        </p:nvSpPr>
        <p:spPr>
          <a:xfrm>
            <a:off x="7261123" y="3908322"/>
            <a:ext cx="942400" cy="899651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37D59A-D92A-F02B-D959-AA0B5ADE25F8}"/>
              </a:ext>
            </a:extLst>
          </p:cNvPr>
          <p:cNvSpPr txBox="1"/>
          <p:nvPr/>
        </p:nvSpPr>
        <p:spPr>
          <a:xfrm>
            <a:off x="1042620" y="1690688"/>
            <a:ext cx="3908056" cy="369331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Include libraries</a:t>
            </a:r>
            <a:endParaRPr lang="en-GB" dirty="0"/>
          </a:p>
          <a:p>
            <a:endParaRPr lang="en-GB" b="1" dirty="0"/>
          </a:p>
          <a:p>
            <a:r>
              <a:rPr lang="en-GB" b="1" dirty="0"/>
              <a:t>setup()</a:t>
            </a:r>
            <a:endParaRPr lang="en-GB" dirty="0"/>
          </a:p>
          <a:p>
            <a:r>
              <a:rPr lang="en-GB" dirty="0"/>
              <a:t>Start serial communication</a:t>
            </a:r>
          </a:p>
          <a:p>
            <a:r>
              <a:rPr lang="en-GB" dirty="0"/>
              <a:t>Start I2C communication</a:t>
            </a:r>
          </a:p>
          <a:p>
            <a:r>
              <a:rPr lang="en-GB" dirty="0"/>
              <a:t>Initialize MPU6050 sensor</a:t>
            </a:r>
          </a:p>
          <a:p>
            <a:r>
              <a:rPr lang="en-GB" dirty="0"/>
              <a:t>Initialise OLED</a:t>
            </a:r>
          </a:p>
          <a:p>
            <a:r>
              <a:rPr lang="en-GB" dirty="0"/>
              <a:t>Check sensor connection</a:t>
            </a:r>
          </a:p>
          <a:p>
            <a:endParaRPr lang="en-GB" dirty="0"/>
          </a:p>
          <a:p>
            <a:r>
              <a:rPr lang="en-GB" b="1" dirty="0"/>
              <a:t>loop()</a:t>
            </a:r>
            <a:endParaRPr lang="en-GB" dirty="0"/>
          </a:p>
          <a:p>
            <a:r>
              <a:rPr lang="en-GB" dirty="0"/>
              <a:t>Read acceleration values (AX, AY, AZ)</a:t>
            </a:r>
          </a:p>
          <a:p>
            <a:r>
              <a:rPr lang="en-GB" dirty="0"/>
              <a:t>Print values on Serial Monitor and OLED</a:t>
            </a:r>
          </a:p>
          <a:p>
            <a:r>
              <a:rPr lang="en-GB" dirty="0"/>
              <a:t>Repeat continuously</a:t>
            </a:r>
          </a:p>
        </p:txBody>
      </p:sp>
    </p:spTree>
    <p:extLst>
      <p:ext uri="{BB962C8B-B14F-4D97-AF65-F5344CB8AC3E}">
        <p14:creationId xmlns:p14="http://schemas.microsoft.com/office/powerpoint/2010/main" val="2001658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309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MFL05 : Accelerometer MPU6050</vt:lpstr>
      <vt:lpstr>PowerPoint Presentation</vt:lpstr>
      <vt:lpstr>PowerPoint Presentation</vt:lpstr>
      <vt:lpstr>MFL05 : Accelerometer MPU6050</vt:lpstr>
      <vt:lpstr>MFL05 : Accelerometer MPU6050</vt:lpstr>
      <vt:lpstr>MFL05: Accelerometer MPU6050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26</cp:revision>
  <dcterms:created xsi:type="dcterms:W3CDTF">2025-12-15T22:48:27Z</dcterms:created>
  <dcterms:modified xsi:type="dcterms:W3CDTF">2026-01-18T00:40:56Z</dcterms:modified>
</cp:coreProperties>
</file>