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63" r:id="rId4"/>
    <p:sldId id="554" r:id="rId5"/>
    <p:sldId id="553" r:id="rId6"/>
    <p:sldId id="5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tree/main/01_FoundationProjects/MFL09_Encoder_Motor_Control/MFL09_Encoder_Motor_Contro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09_Encoder_Motor_Control/MFL09_Encoder_Motor_Contro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tree/main/01_FoundationProjects/MFL09_Encoder_Motor_Control/MFL09_Encoder_Motor_Control_by_Han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MFL09)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MFL09: Encoder Motor Control with TB6612</a:t>
            </a:r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437B-9B56-87D4-CB28-02E745FB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TB6612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5ECC-B988-183B-0F8E-D2D210E7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TB6612, same motor driver as DC motor</a:t>
            </a:r>
          </a:p>
          <a:p>
            <a:r>
              <a:rPr lang="en-US" dirty="0"/>
              <a:t>DC motor → no feedback</a:t>
            </a:r>
          </a:p>
          <a:p>
            <a:r>
              <a:rPr lang="en-US" dirty="0"/>
              <a:t>Encoder motor → live pulses + direction</a:t>
            </a:r>
          </a:p>
          <a:p>
            <a:endParaRPr lang="en-GB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AE4043A-DEEE-C1AC-F2B7-A7EF7633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65023"/>
            <a:ext cx="6187976" cy="337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60DB46-B1B7-51ED-117F-9B1F2624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49129" y="1843770"/>
            <a:ext cx="2408129" cy="2842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A71BB-BB94-9F50-BFCD-78BB2E18A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237" y="4952999"/>
            <a:ext cx="1110831" cy="10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6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1141223" y="4725110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https://github.com/info-zas/zas-robotics-motion/tree/main/01_FoundationProjects/MFL09_Encoder_Motor_Control/MFL09_Encoder_Motor_Control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1049518" y="3958815"/>
            <a:ext cx="4492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MFL09 (MFL09_Encoder_Motor_Control.ino):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A1F5F-8F61-E6E2-D55B-B795ECA9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01285" cy="1325563"/>
          </a:xfrm>
        </p:spPr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TB6612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D15F1-EA08-2D3C-968B-4A9FB9C7038A}"/>
              </a:ext>
            </a:extLst>
          </p:cNvPr>
          <p:cNvSpPr txBox="1"/>
          <p:nvPr/>
        </p:nvSpPr>
        <p:spPr>
          <a:xfrm>
            <a:off x="6831872" y="1690688"/>
            <a:ext cx="4758179" cy="480131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Include required libraries</a:t>
            </a:r>
            <a:endParaRPr lang="en-GB" dirty="0"/>
          </a:p>
          <a:p>
            <a:r>
              <a:rPr lang="en-GB" dirty="0"/>
              <a:t>Wire library</a:t>
            </a:r>
          </a:p>
          <a:p>
            <a:r>
              <a:rPr lang="en-GB" dirty="0"/>
              <a:t>OLED display libraries</a:t>
            </a:r>
          </a:p>
          <a:p>
            <a:r>
              <a:rPr lang="en-GB" b="1" dirty="0"/>
              <a:t>Define pin connections</a:t>
            </a:r>
            <a:endParaRPr lang="en-GB" dirty="0"/>
          </a:p>
          <a:p>
            <a:r>
              <a:rPr lang="en-GB" dirty="0"/>
              <a:t>TB6612 motor driver pins (PWMA, AIN1, AIN2)</a:t>
            </a:r>
          </a:p>
          <a:p>
            <a:r>
              <a:rPr lang="en-GB" dirty="0"/>
              <a:t>OLED I2C pins</a:t>
            </a:r>
          </a:p>
          <a:p>
            <a:r>
              <a:rPr lang="en-GB" b="1" dirty="0"/>
              <a:t>setup()</a:t>
            </a:r>
            <a:endParaRPr lang="en-GB" dirty="0"/>
          </a:p>
          <a:p>
            <a:r>
              <a:rPr lang="en-GB" dirty="0"/>
              <a:t>Set motor control pins as output</a:t>
            </a:r>
          </a:p>
          <a:p>
            <a:r>
              <a:rPr lang="en-GB" dirty="0"/>
              <a:t>Initialize serial communication</a:t>
            </a:r>
          </a:p>
          <a:p>
            <a:r>
              <a:rPr lang="en-GB" dirty="0"/>
              <a:t>Initialize OLED display</a:t>
            </a:r>
          </a:p>
          <a:p>
            <a:r>
              <a:rPr lang="en-GB" dirty="0"/>
              <a:t>Set initial motor direction and speed</a:t>
            </a:r>
          </a:p>
          <a:p>
            <a:r>
              <a:rPr lang="en-GB" b="1" dirty="0"/>
              <a:t>loop()</a:t>
            </a:r>
            <a:endParaRPr lang="en-GB" dirty="0"/>
          </a:p>
          <a:p>
            <a:r>
              <a:rPr lang="en-GB" dirty="0"/>
              <a:t>Rotate DC motor clockwise</a:t>
            </a:r>
          </a:p>
          <a:p>
            <a:r>
              <a:rPr lang="en-GB" dirty="0"/>
              <a:t>Display motor direction and speed on OLED</a:t>
            </a:r>
          </a:p>
          <a:p>
            <a:r>
              <a:rPr lang="en-GB" dirty="0"/>
              <a:t>Display same information on Serial Monitor</a:t>
            </a:r>
          </a:p>
          <a:p>
            <a:r>
              <a:rPr lang="en-GB" dirty="0"/>
              <a:t>Change motor direction after a fixed delay</a:t>
            </a:r>
          </a:p>
          <a:p>
            <a:r>
              <a:rPr lang="en-GB" dirty="0"/>
              <a:t>Repeat continuously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B2ECA-E922-8726-A5A6-F8DC797433A8}"/>
              </a:ext>
            </a:extLst>
          </p:cNvPr>
          <p:cNvSpPr txBox="1"/>
          <p:nvPr/>
        </p:nvSpPr>
        <p:spPr>
          <a:xfrm>
            <a:off x="938784" y="2022947"/>
            <a:ext cx="6169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 the encoder motor direction and speed same as DC motor with TB6612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TB6612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AB6B6-661C-6608-6FE6-3A77CD5EE920}"/>
              </a:ext>
            </a:extLst>
          </p:cNvPr>
          <p:cNvSpPr/>
          <p:nvPr/>
        </p:nvSpPr>
        <p:spPr>
          <a:xfrm>
            <a:off x="7241128" y="1706691"/>
            <a:ext cx="2285416" cy="213772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78613-60D0-933E-0D78-D66839DDD23C}"/>
              </a:ext>
            </a:extLst>
          </p:cNvPr>
          <p:cNvSpPr/>
          <p:nvPr/>
        </p:nvSpPr>
        <p:spPr>
          <a:xfrm>
            <a:off x="7241128" y="3860538"/>
            <a:ext cx="1081548" cy="95707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D580B-C2BD-179E-ED9F-AA588111574E}"/>
              </a:ext>
            </a:extLst>
          </p:cNvPr>
          <p:cNvSpPr txBox="1"/>
          <p:nvPr/>
        </p:nvSpPr>
        <p:spPr>
          <a:xfrm>
            <a:off x="1049520" y="2786369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https://github.com/info-zas/zas-robotics-motion/tree/main/01_FoundationProjects/MFL09_Encoder_Motor_Control/MFL09_Encoder_Motor_Control</a:t>
            </a:r>
            <a:endParaRPr lang="en-GB" dirty="0"/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E8D4E-1704-1E15-F674-FF087DA8BAFE}"/>
              </a:ext>
            </a:extLst>
          </p:cNvPr>
          <p:cNvSpPr txBox="1"/>
          <p:nvPr/>
        </p:nvSpPr>
        <p:spPr bwMode="auto">
          <a:xfrm>
            <a:off x="957815" y="2020074"/>
            <a:ext cx="4492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MFL09 (MFL09_Encoder_Motor_Control.ino):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D014-F7EF-AA72-B039-9F3F8926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Hand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F44DE-AD69-33E4-4F8A-59507C2DE937}"/>
              </a:ext>
            </a:extLst>
          </p:cNvPr>
          <p:cNvSpPr txBox="1"/>
          <p:nvPr/>
        </p:nvSpPr>
        <p:spPr bwMode="auto">
          <a:xfrm>
            <a:off x="1114479" y="4340364"/>
            <a:ext cx="4681728" cy="206210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/>
              <a:t>Code for Lesson MFL09 (</a:t>
            </a:r>
            <a:r>
              <a:rPr lang="en-US" sz="1600" b="1" dirty="0"/>
              <a:t>MFL09_Encoder_Motor_Control_by_Hand</a:t>
            </a:r>
            <a:r>
              <a:rPr lang="en-GB" sz="1600" b="1" dirty="0"/>
              <a:t>.ino):</a:t>
            </a:r>
          </a:p>
          <a:p>
            <a:pPr>
              <a:defRPr/>
            </a:pPr>
            <a:endParaRPr lang="en-GB" sz="1600" b="1" dirty="0"/>
          </a:p>
          <a:p>
            <a:pPr>
              <a:defRPr/>
            </a:pPr>
            <a:r>
              <a:rPr lang="en-GB" sz="1600" b="1" dirty="0">
                <a:hlinkClick r:id="rId2"/>
              </a:rPr>
              <a:t>https://github.com/info-zas/zas-robotics-motion/tree/main/01_FoundationProjects/MFL09_Encoder_Motor_Control/MFL09_Encoder_Motor_Control_by_Hand</a:t>
            </a:r>
            <a:endParaRPr lang="en-GB" sz="1600" b="1" dirty="0"/>
          </a:p>
          <a:p>
            <a:pPr>
              <a:defRPr/>
            </a:pP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E24DE-F639-1478-4D57-68B46FDEF733}"/>
              </a:ext>
            </a:extLst>
          </p:cNvPr>
          <p:cNvSpPr txBox="1"/>
          <p:nvPr/>
        </p:nvSpPr>
        <p:spPr>
          <a:xfrm>
            <a:off x="938784" y="2022947"/>
            <a:ext cx="4681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 TB6612 from </a:t>
            </a:r>
            <a:r>
              <a:rPr lang="en-US" sz="2400"/>
              <a:t>the creativity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 the encoder motor direction and speed with hand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Check the DIRECTION and TICKS in the serial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8B0C-2F6A-0277-E609-1C5FAA827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7620" y="1835457"/>
            <a:ext cx="5405284" cy="4351338"/>
          </a:xfrm>
          <a:ln w="3810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sz="1800" dirty="0"/>
              <a:t>The INT, </a:t>
            </a:r>
            <a:r>
              <a:rPr lang="en-US" sz="1800" b="1" dirty="0"/>
              <a:t>DIR pin is an OUTPUT from the encoder</a:t>
            </a:r>
          </a:p>
          <a:p>
            <a:r>
              <a:rPr lang="en-US" sz="1800" b="1" dirty="0"/>
              <a:t>Encoder motors provide feedback, unlike normal DC motors.</a:t>
            </a:r>
            <a:endParaRPr lang="en-US" sz="1800" dirty="0"/>
          </a:p>
          <a:p>
            <a:r>
              <a:rPr lang="en-US" sz="1800" b="1" dirty="0"/>
              <a:t>INT (Interrupt / Pulse Pin):</a:t>
            </a:r>
            <a:endParaRPr lang="en-US" sz="1800" dirty="0"/>
          </a:p>
          <a:p>
            <a:pPr lvl="1"/>
            <a:r>
              <a:rPr lang="en-US" sz="1800" dirty="0"/>
              <a:t>Generates pulses when the motor shaft rotates</a:t>
            </a:r>
          </a:p>
          <a:p>
            <a:pPr lvl="1"/>
            <a:r>
              <a:rPr lang="en-US" sz="1800" dirty="0"/>
              <a:t>Each pulse represents a small movement (tick)</a:t>
            </a:r>
          </a:p>
          <a:p>
            <a:pPr lvl="1"/>
            <a:r>
              <a:rPr lang="en-US" sz="1800" dirty="0"/>
              <a:t>Used to measure speed, distance, and position</a:t>
            </a:r>
          </a:p>
          <a:p>
            <a:r>
              <a:rPr lang="en-US" sz="1800" b="1" dirty="0"/>
              <a:t>DIR (Direction Pin):</a:t>
            </a:r>
            <a:endParaRPr lang="en-US" sz="1800" dirty="0"/>
          </a:p>
          <a:p>
            <a:pPr lvl="1"/>
            <a:r>
              <a:rPr lang="en-US" sz="1800" dirty="0"/>
              <a:t>Indicates the direction of motor rotation</a:t>
            </a:r>
          </a:p>
          <a:p>
            <a:pPr lvl="1"/>
            <a:r>
              <a:rPr lang="en-US" sz="1800" dirty="0"/>
              <a:t>HIGH → Clockwise (CW)</a:t>
            </a:r>
          </a:p>
          <a:p>
            <a:pPr lvl="1"/>
            <a:r>
              <a:rPr lang="en-US" sz="1800" dirty="0"/>
              <a:t>LOW → Anti-clockwise (CCW)</a:t>
            </a:r>
          </a:p>
          <a:p>
            <a:r>
              <a:rPr lang="en-US" sz="1800" b="1" dirty="0"/>
              <a:t>How they work together:</a:t>
            </a:r>
            <a:endParaRPr lang="en-US" sz="1800" dirty="0"/>
          </a:p>
          <a:p>
            <a:pPr lvl="1"/>
            <a:r>
              <a:rPr lang="en-US" sz="1800" dirty="0"/>
              <a:t>INT tells </a:t>
            </a:r>
            <a:r>
              <a:rPr lang="en-US" sz="1800" i="1" dirty="0"/>
              <a:t>how much</a:t>
            </a:r>
            <a:r>
              <a:rPr lang="en-US" sz="1800" dirty="0"/>
              <a:t> the motor moved</a:t>
            </a:r>
          </a:p>
          <a:p>
            <a:pPr lvl="1"/>
            <a:r>
              <a:rPr lang="en-US" sz="1800" dirty="0"/>
              <a:t>DIR tells </a:t>
            </a:r>
            <a:r>
              <a:rPr lang="en-US" sz="1800" i="1" dirty="0"/>
              <a:t>which direction</a:t>
            </a:r>
            <a:r>
              <a:rPr lang="en-US" sz="1800" dirty="0"/>
              <a:t> the motor moved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4804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455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MFL09 : Encoder Motor Control with TB6612</vt:lpstr>
      <vt:lpstr>MFL09 : Encoder Motor Control with TB6612</vt:lpstr>
      <vt:lpstr>MFL09 : Encoder Motor Control with TB6612</vt:lpstr>
      <vt:lpstr>MFL09 :  Encoder Motor Control with Hand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50</cp:revision>
  <dcterms:created xsi:type="dcterms:W3CDTF">2025-12-15T22:48:27Z</dcterms:created>
  <dcterms:modified xsi:type="dcterms:W3CDTF">2026-01-18T00:50:18Z</dcterms:modified>
</cp:coreProperties>
</file>